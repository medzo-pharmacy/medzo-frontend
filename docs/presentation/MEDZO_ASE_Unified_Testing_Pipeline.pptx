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ed3c31f98d483c" /><Relationship Type="http://schemas.openxmlformats.org/officeDocument/2006/relationships/extended-properties" Target="/docProps/app.xml" Id="R35556c695784484f" /><Relationship Type="http://schemas.openxmlformats.org/officeDocument/2006/relationships/officeDocument" Target="/ppt/presentation.xml" Id="Rc77d90bc1e524b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ed81a8fbc5406d"/>
  </p:sldMasterIdLst>
  <p:notesMasterIdLst>
    <p:notesMasterId xmlns:r="http://schemas.openxmlformats.org/officeDocument/2006/relationships" r:id="Rf414bde05f97419c"/>
  </p:notesMasterIdLst>
  <p:sldIdLst>
    <p:sldId xmlns:r="http://schemas.openxmlformats.org/officeDocument/2006/relationships" id="256" r:id="Rd08559887c6549ab"/>
    <p:sldId xmlns:r="http://schemas.openxmlformats.org/officeDocument/2006/relationships" id="257" r:id="R86178946dc39442a"/>
    <p:sldId xmlns:r="http://schemas.openxmlformats.org/officeDocument/2006/relationships" id="258" r:id="R09ee1116aa5e42e8"/>
    <p:sldId xmlns:r="http://schemas.openxmlformats.org/officeDocument/2006/relationships" id="259" r:id="Rc4bcd091396942b5"/>
    <p:sldId xmlns:r="http://schemas.openxmlformats.org/officeDocument/2006/relationships" id="260" r:id="Rdf9c588b8d424a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f6a1e4f58047e8" /><Relationship Type="http://schemas.openxmlformats.org/officeDocument/2006/relationships/slideMaster" Target="/ppt/slideMasters/slideMaster1.xml" Id="Ra4ed81a8fbc5406d" /><Relationship Type="http://schemas.openxmlformats.org/officeDocument/2006/relationships/notesMaster" Target="/ppt/notesMasters/notesMaster1.xml" Id="Rf414bde05f97419c" /><Relationship Type="http://schemas.openxmlformats.org/officeDocument/2006/relationships/presProps" Target="/ppt/presProps.xml" Id="R79dd8a737ed940e7" /><Relationship Type="http://schemas.openxmlformats.org/officeDocument/2006/relationships/tableStyles" Target="/ppt/tableStyles.xml" Id="R3e12bee908b44fff" /><Relationship Type="http://schemas.openxmlformats.org/officeDocument/2006/relationships/slide" Target="/ppt/slides/slide1.xml" Id="Rd08559887c6549ab" /><Relationship Type="http://schemas.openxmlformats.org/officeDocument/2006/relationships/slide" Target="/ppt/slides/slide2.xml" Id="R86178946dc39442a" /><Relationship Type="http://schemas.openxmlformats.org/officeDocument/2006/relationships/slide" Target="/ppt/slides/slide3.xml" Id="R09ee1116aa5e42e8" /><Relationship Type="http://schemas.openxmlformats.org/officeDocument/2006/relationships/slide" Target="/ppt/slides/slide4.xml" Id="Rc4bcd091396942b5" /><Relationship Type="http://schemas.openxmlformats.org/officeDocument/2006/relationships/slide" Target="/ppt/slides/slide5.xml" Id="Rdf9c588b8d424a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1ac50cbf6b4d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7d3e5c5bf840a3" /><Relationship Type="http://schemas.openxmlformats.org/officeDocument/2006/relationships/notesMaster" Target="/ppt/notesMasters/notesMaster1.xml" Id="R646b39c0f5c74b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27418438764aba" /><Relationship Type="http://schemas.openxmlformats.org/officeDocument/2006/relationships/notesMaster" Target="/ppt/notesMasters/notesMaster1.xml" Id="Ref39f17ab3a843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b8f539f7e04d0c" /><Relationship Type="http://schemas.openxmlformats.org/officeDocument/2006/relationships/notesMaster" Target="/ppt/notesMasters/notesMaster1.xml" Id="R42bf4c00647348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022fa8e5f449e4" /><Relationship Type="http://schemas.openxmlformats.org/officeDocument/2006/relationships/notesMaster" Target="/ppt/notesMasters/notesMaster1.xml" Id="Rd98ba7d9a8784a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83ac9fd6474a7a" /><Relationship Type="http://schemas.openxmlformats.org/officeDocument/2006/relationships/notesMaster" Target="/ppt/notesMasters/notesMaster1.xml" Id="R2481956c541348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4eada780a41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ab3db23cf40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0a7903c4f43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a999d469a47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105fc7fbb47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f618edfd541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554EEF-C0FA-4DBB-AC92-250BB45860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38E051-D034-4378-A065-AA50ADF5A8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7ADFF3-8FF1-4561-8D02-181FBF72A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29F53C-16BD-4163-B2B2-1F714AA811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6C6DE8-20B5-465D-BC3A-708A5D0DAA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A9AE85-8FB2-43F1-BDF9-62DFAC6815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590891-120C-4E46-96A3-199A3807D4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1CFFE0-6D62-496C-B19E-F84BCA334F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1FBAE1-783E-4736-BBE7-F208A57558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46AFAD-C43A-45E7-84DC-45AF072AC1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4c2a80012f47fa" /><Relationship Type="http://schemas.openxmlformats.org/officeDocument/2006/relationships/slideLayout" Target="/ppt/slideLayouts/slideLayout1.xml" Id="R9710d63bded84727" /><Relationship Type="http://schemas.openxmlformats.org/officeDocument/2006/relationships/slideLayout" Target="/ppt/slideLayouts/slideLayout2.xml" Id="R52f6d839f64c4e2a" /><Relationship Type="http://schemas.openxmlformats.org/officeDocument/2006/relationships/slideLayout" Target="/ppt/slideLayouts/slideLayout3.xml" Id="Re85d4cb17af04d2e" /><Relationship Type="http://schemas.openxmlformats.org/officeDocument/2006/relationships/slideLayout" Target="/ppt/slideLayouts/slideLayout4.xml" Id="Rd06a4fa1e7ab464a" /><Relationship Type="http://schemas.openxmlformats.org/officeDocument/2006/relationships/slideLayout" Target="/ppt/slideLayouts/slideLayout5.xml" Id="R261645d957434fb8" /><Relationship Type="http://schemas.openxmlformats.org/officeDocument/2006/relationships/slideLayout" Target="/ppt/slideLayouts/slideLayout6.xml" Id="R3b47cc37a93549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10d63bded84727"/>
    <p:sldLayoutId xmlns:r="http://schemas.openxmlformats.org/officeDocument/2006/relationships" id="2147483650" r:id="R52f6d839f64c4e2a"/>
    <p:sldLayoutId xmlns:r="http://schemas.openxmlformats.org/officeDocument/2006/relationships" id="2147483651" r:id="Re85d4cb17af04d2e"/>
    <p:sldLayoutId xmlns:r="http://schemas.openxmlformats.org/officeDocument/2006/relationships" id="2147483652" r:id="Rd06a4fa1e7ab464a"/>
    <p:sldLayoutId xmlns:r="http://schemas.openxmlformats.org/officeDocument/2006/relationships" id="2147483653" r:id="R261645d957434fb8"/>
    <p:sldLayoutId xmlns:r="http://schemas.openxmlformats.org/officeDocument/2006/relationships" id="2147483654" r:id="R3b47cc37a93549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e0189fdcda40b8" /><Relationship Type="http://schemas.openxmlformats.org/officeDocument/2006/relationships/notesSlide" Target="/ppt/notesSlides/notesSlide1.xml" Id="R8ab8437bf3a649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c92701faad4131" /><Relationship Type="http://schemas.openxmlformats.org/officeDocument/2006/relationships/notesSlide" Target="/ppt/notesSlides/notesSlide2.xml" Id="R27d20ee0094b4e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c2e6a85fba4fb2" /><Relationship Type="http://schemas.openxmlformats.org/officeDocument/2006/relationships/notesSlide" Target="/ppt/notesSlides/notesSlide3.xml" Id="R84ccae43f0354a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ef9b49f32e4230" /><Relationship Type="http://schemas.openxmlformats.org/officeDocument/2006/relationships/notesSlide" Target="/ppt/notesSlides/notesSlide4.xml" Id="R5df5b558a51e44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f3a57b5d9942b6" /><Relationship Type="http://schemas.openxmlformats.org/officeDocument/2006/relationships/notesSlide" Target="/ppt/notesSlides/notesSlide5.xml" Id="R02da68e4655343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167EA-7B7B-4A65-8B57-1CCEEE12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60FAD-5FD2-43C3-9937-E7ADFE55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48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8FDCE3"/>
                </a:solidFill>
              </a:defRPr>
            </a:defPPr>
            <a:lvl1pPr algn="l">
              <a:defRPr sz="1125" b="1">
                <a:solidFill>
                  <a:srgbClr val="8FDCE3"/>
                </a:solidFill>
              </a:defRPr>
            </a:lvl1pPr>
            <a:lvl2pPr algn="l">
              <a:defRPr sz="1125" b="1">
                <a:solidFill>
                  <a:srgbClr val="8FDCE3"/>
                </a:solidFill>
              </a:defRPr>
            </a:lvl2pPr>
            <a:lvl3pPr algn="l">
              <a:defRPr sz="1125" b="1">
                <a:solidFill>
                  <a:srgbClr val="8FDCE3"/>
                </a:solidFill>
              </a:defRPr>
            </a:lvl3pPr>
            <a:lvl4pPr algn="l">
              <a:defRPr sz="1125" b="1">
                <a:solidFill>
                  <a:srgbClr val="8FDCE3"/>
                </a:solidFill>
              </a:defRPr>
            </a:lvl4pPr>
            <a:lvl5pPr algn="l">
              <a:defRPr sz="1125" b="1">
                <a:solidFill>
                  <a:srgbClr val="8FDCE3"/>
                </a:solidFill>
              </a:defRPr>
            </a:lvl5pPr>
            <a:lvl6pPr algn="l">
              <a:defRPr sz="1125" b="1">
                <a:solidFill>
                  <a:srgbClr val="8FDCE3"/>
                </a:solidFill>
              </a:defRPr>
            </a:lvl6pPr>
            <a:lvl7pPr algn="l">
              <a:defRPr sz="1125" b="1">
                <a:solidFill>
                  <a:srgbClr val="8FDCE3"/>
                </a:solidFill>
              </a:defRPr>
            </a:lvl7pPr>
            <a:lvl8pPr algn="l">
              <a:defRPr sz="1125" b="1">
                <a:solidFill>
                  <a:srgbClr val="8FDCE3"/>
                </a:solidFill>
              </a:defRPr>
            </a:lvl8pPr>
            <a:lvl9pPr algn="l">
              <a:defRPr sz="1125" b="1">
                <a:solidFill>
                  <a:srgbClr val="8FDCE3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8FDCE3"/>
                </a:solidFill>
              </a:defRPr>
            </a:pPr>
            <a:r>
              <a:rPr sz="1125" b="1">
                <a:solidFill>
                  <a:srgbClr val="8FDCE3"/>
                </a:solidFill>
              </a:rPr>
              <a:t>SE3112  |  ADVANCED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D58FE-C5FB-4514-98BA-654D2A48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7239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</a:defRPr>
            </a:defPPr>
            <a:lvl1pPr algn="l">
              <a:defRPr sz="3600" b="1">
                <a:solidFill>
                  <a:srgbClr val="FFFFFF"/>
                </a:solidFill>
              </a:defRPr>
            </a:lvl1pPr>
            <a:lvl2pPr algn="l">
              <a:defRPr sz="3600" b="1">
                <a:solidFill>
                  <a:srgbClr val="FFFFFF"/>
                </a:solidFill>
              </a:defRPr>
            </a:lvl2pPr>
            <a:lvl3pPr algn="l">
              <a:defRPr sz="3600" b="1">
                <a:solidFill>
                  <a:srgbClr val="FFFFFF"/>
                </a:solidFill>
              </a:defRPr>
            </a:lvl3pPr>
            <a:lvl4pPr algn="l">
              <a:defRPr sz="3600" b="1">
                <a:solidFill>
                  <a:srgbClr val="FFFFFF"/>
                </a:solidFill>
              </a:defRPr>
            </a:lvl4pPr>
            <a:lvl5pPr algn="l">
              <a:defRPr sz="3600" b="1">
                <a:solidFill>
                  <a:srgbClr val="FFFFFF"/>
                </a:solidFill>
              </a:defRPr>
            </a:lvl5pPr>
            <a:lvl6pPr algn="l">
              <a:defRPr sz="3600" b="1">
                <a:solidFill>
                  <a:srgbClr val="FFFFFF"/>
                </a:solidFill>
              </a:defRPr>
            </a:lvl6pPr>
            <a:lvl7pPr algn="l">
              <a:defRPr sz="3600" b="1">
                <a:solidFill>
                  <a:srgbClr val="FFFFFF"/>
                </a:solidFill>
              </a:defRPr>
            </a:lvl7pPr>
            <a:lvl8pPr algn="l">
              <a:defRPr sz="3600" b="1">
                <a:solidFill>
                  <a:srgbClr val="FFFFFF"/>
                </a:solidFill>
              </a:defRPr>
            </a:lvl8pPr>
            <a:lvl9pPr algn="l"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MEDZO Catalogue/Inventory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Testing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8FC64-D8E3-47D9-A0E2-44462147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676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D9E6F2"/>
                </a:solidFill>
              </a:defRPr>
            </a:defPPr>
            <a:lvl1pPr algn="l">
              <a:defRPr sz="1725" b="0">
                <a:solidFill>
                  <a:srgbClr val="D9E6F2"/>
                </a:solidFill>
              </a:defRPr>
            </a:lvl1pPr>
            <a:lvl2pPr algn="l">
              <a:defRPr sz="1725" b="0">
                <a:solidFill>
                  <a:srgbClr val="D9E6F2"/>
                </a:solidFill>
              </a:defRPr>
            </a:lvl2pPr>
            <a:lvl3pPr algn="l">
              <a:defRPr sz="1725" b="0">
                <a:solidFill>
                  <a:srgbClr val="D9E6F2"/>
                </a:solidFill>
              </a:defRPr>
            </a:lvl3pPr>
            <a:lvl4pPr algn="l">
              <a:defRPr sz="1725" b="0">
                <a:solidFill>
                  <a:srgbClr val="D9E6F2"/>
                </a:solidFill>
              </a:defRPr>
            </a:lvl4pPr>
            <a:lvl5pPr algn="l">
              <a:defRPr sz="1725" b="0">
                <a:solidFill>
                  <a:srgbClr val="D9E6F2"/>
                </a:solidFill>
              </a:defRPr>
            </a:lvl5pPr>
            <a:lvl6pPr algn="l">
              <a:defRPr sz="1725" b="0">
                <a:solidFill>
                  <a:srgbClr val="D9E6F2"/>
                </a:solidFill>
              </a:defRPr>
            </a:lvl6pPr>
            <a:lvl7pPr algn="l">
              <a:defRPr sz="1725" b="0">
                <a:solidFill>
                  <a:srgbClr val="D9E6F2"/>
                </a:solidFill>
              </a:defRPr>
            </a:lvl7pPr>
            <a:lvl8pPr algn="l">
              <a:defRPr sz="1725" b="0">
                <a:solidFill>
                  <a:srgbClr val="D9E6F2"/>
                </a:solidFill>
              </a:defRPr>
            </a:lvl8pPr>
            <a:lvl9pPr algn="l">
              <a:defRPr sz="1725" b="0">
                <a:solidFill>
                  <a:srgbClr val="D9E6F2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9E6F2"/>
                </a:solidFill>
              </a:defRPr>
            </a:pPr>
            <a:r>
              <a:rPr sz="1725" b="0">
                <a:solidFill>
                  <a:srgbClr val="D9E6F2"/>
                </a:solidFill>
              </a:rPr>
              <a:t>Four official individual roles connected by one unified GitHub Actions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9C89D-25B8-41BB-BEE2-01B98E44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A7AE4-D770-4CA4-8D30-3745AA3D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24288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9525">
            <a:solidFill>
              <a:srgbClr val="146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93472-DE96-4CB3-84CC-FF1D9D00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38275"/>
            <a:ext cx="2200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Unit &amp; Mocking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9ECC9-0400-404C-9FEF-7AFA7362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24288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B8C8"/>
          </a:solidFill>
          <a:ln xmlns:a="http://schemas.openxmlformats.org/drawingml/2006/main" w="9525">
            <a:solidFill>
              <a:srgbClr val="16B8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3C0F3-D91D-4705-88CF-C12327F2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71700"/>
            <a:ext cx="2200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B1F3A"/>
                </a:solidFill>
              </a:defRPr>
            </a:defPPr>
            <a:lvl1pPr algn="ctr">
              <a:defRPr sz="1350" b="1">
                <a:solidFill>
                  <a:srgbClr val="0B1F3A"/>
                </a:solidFill>
              </a:defRPr>
            </a:lvl1pPr>
            <a:lvl2pPr algn="ctr">
              <a:defRPr sz="1350" b="1">
                <a:solidFill>
                  <a:srgbClr val="0B1F3A"/>
                </a:solidFill>
              </a:defRPr>
            </a:lvl2pPr>
            <a:lvl3pPr algn="ctr">
              <a:defRPr sz="1350" b="1">
                <a:solidFill>
                  <a:srgbClr val="0B1F3A"/>
                </a:solidFill>
              </a:defRPr>
            </a:lvl3pPr>
            <a:lvl4pPr algn="ctr">
              <a:defRPr sz="1350" b="1">
                <a:solidFill>
                  <a:srgbClr val="0B1F3A"/>
                </a:solidFill>
              </a:defRPr>
            </a:lvl4pPr>
            <a:lvl5pPr algn="ctr">
              <a:defRPr sz="1350" b="1">
                <a:solidFill>
                  <a:srgbClr val="0B1F3A"/>
                </a:solidFill>
              </a:defRPr>
            </a:lvl5pPr>
            <a:lvl6pPr algn="ctr">
              <a:defRPr sz="1350" b="1">
                <a:solidFill>
                  <a:srgbClr val="0B1F3A"/>
                </a:solidFill>
              </a:defRPr>
            </a:lvl6pPr>
            <a:lvl7pPr algn="ctr">
              <a:defRPr sz="1350" b="1">
                <a:solidFill>
                  <a:srgbClr val="0B1F3A"/>
                </a:solidFill>
              </a:defRPr>
            </a:lvl7pPr>
            <a:lvl8pPr algn="ctr">
              <a:defRPr sz="1350" b="1">
                <a:solidFill>
                  <a:srgbClr val="0B1F3A"/>
                </a:solidFill>
              </a:defRPr>
            </a:lvl8pPr>
            <a:lvl9pPr algn="ctr">
              <a:defRPr sz="1350" b="1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Mutation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4893F-4A91-4D19-934B-CB97C230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47975"/>
            <a:ext cx="24288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B879"/>
          </a:solidFill>
          <a:ln xmlns:a="http://schemas.openxmlformats.org/drawingml/2006/main" w="9525">
            <a:solidFill>
              <a:srgbClr val="25B8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28C1A-F29F-487D-84D7-89809B84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05125"/>
            <a:ext cx="2200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B1F3A"/>
                </a:solidFill>
              </a:defRPr>
            </a:defPPr>
            <a:lvl1pPr algn="ctr">
              <a:defRPr sz="1350" b="1">
                <a:solidFill>
                  <a:srgbClr val="0B1F3A"/>
                </a:solidFill>
              </a:defRPr>
            </a:lvl1pPr>
            <a:lvl2pPr algn="ctr">
              <a:defRPr sz="1350" b="1">
                <a:solidFill>
                  <a:srgbClr val="0B1F3A"/>
                </a:solidFill>
              </a:defRPr>
            </a:lvl2pPr>
            <a:lvl3pPr algn="ctr">
              <a:defRPr sz="1350" b="1">
                <a:solidFill>
                  <a:srgbClr val="0B1F3A"/>
                </a:solidFill>
              </a:defRPr>
            </a:lvl3pPr>
            <a:lvl4pPr algn="ctr">
              <a:defRPr sz="1350" b="1">
                <a:solidFill>
                  <a:srgbClr val="0B1F3A"/>
                </a:solidFill>
              </a:defRPr>
            </a:lvl4pPr>
            <a:lvl5pPr algn="ctr">
              <a:defRPr sz="1350" b="1">
                <a:solidFill>
                  <a:srgbClr val="0B1F3A"/>
                </a:solidFill>
              </a:defRPr>
            </a:lvl5pPr>
            <a:lvl6pPr algn="ctr">
              <a:defRPr sz="1350" b="1">
                <a:solidFill>
                  <a:srgbClr val="0B1F3A"/>
                </a:solidFill>
              </a:defRPr>
            </a:lvl6pPr>
            <a:lvl7pPr algn="ctr">
              <a:defRPr sz="1350" b="1">
                <a:solidFill>
                  <a:srgbClr val="0B1F3A"/>
                </a:solidFill>
              </a:defRPr>
            </a:lvl7pPr>
            <a:lvl8pPr algn="ctr">
              <a:defRPr sz="1350" b="1">
                <a:solidFill>
                  <a:srgbClr val="0B1F3A"/>
                </a:solidFill>
              </a:defRPr>
            </a:lvl8pPr>
            <a:lvl9pPr algn="ctr">
              <a:defRPr sz="1350" b="1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UI / E2E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762A7-AC8B-4D4C-99B3-A7EF42AD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24288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A62A"/>
          </a:solidFill>
          <a:ln xmlns:a="http://schemas.openxmlformats.org/drawingml/2006/main" w="9525">
            <a:solidFill>
              <a:srgbClr val="F4A6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D7B1C-C6C4-4FBD-93BE-45514867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38550"/>
            <a:ext cx="2200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B1F3A"/>
                </a:solidFill>
              </a:defRPr>
            </a:defPPr>
            <a:lvl1pPr algn="ctr">
              <a:defRPr sz="1350" b="1">
                <a:solidFill>
                  <a:srgbClr val="0B1F3A"/>
                </a:solidFill>
              </a:defRPr>
            </a:lvl1pPr>
            <a:lvl2pPr algn="ctr">
              <a:defRPr sz="1350" b="1">
                <a:solidFill>
                  <a:srgbClr val="0B1F3A"/>
                </a:solidFill>
              </a:defRPr>
            </a:lvl2pPr>
            <a:lvl3pPr algn="ctr">
              <a:defRPr sz="1350" b="1">
                <a:solidFill>
                  <a:srgbClr val="0B1F3A"/>
                </a:solidFill>
              </a:defRPr>
            </a:lvl3pPr>
            <a:lvl4pPr algn="ctr">
              <a:defRPr sz="1350" b="1">
                <a:solidFill>
                  <a:srgbClr val="0B1F3A"/>
                </a:solidFill>
              </a:defRPr>
            </a:lvl4pPr>
            <a:lvl5pPr algn="ctr">
              <a:defRPr sz="1350" b="1">
                <a:solidFill>
                  <a:srgbClr val="0B1F3A"/>
                </a:solidFill>
              </a:defRPr>
            </a:lvl5pPr>
            <a:lvl6pPr algn="ctr">
              <a:defRPr sz="1350" b="1">
                <a:solidFill>
                  <a:srgbClr val="0B1F3A"/>
                </a:solidFill>
              </a:defRPr>
            </a:lvl6pPr>
            <a:lvl7pPr algn="ctr">
              <a:defRPr sz="1350" b="1">
                <a:solidFill>
                  <a:srgbClr val="0B1F3A"/>
                </a:solidFill>
              </a:defRPr>
            </a:lvl7pPr>
            <a:lvl8pPr algn="ctr">
              <a:defRPr sz="1350" b="1">
                <a:solidFill>
                  <a:srgbClr val="0B1F3A"/>
                </a:solidFill>
              </a:defRPr>
            </a:lvl8pPr>
            <a:lvl9pPr algn="ctr">
              <a:defRPr sz="1350" b="1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Code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72F3C-0FDE-4820-8A9C-8CEC69BC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43400"/>
            <a:ext cx="2428875" cy="514350"/>
          </a:xfrm>
          <a:prstGeom xmlns:a="http://schemas.openxmlformats.org/drawingml/2006/main" prst="roundRect">
            <a:avLst>
              <a:gd name="adj" fmla="val 1481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5CF29-FD8B-456C-9657-E725CFCB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00550"/>
            <a:ext cx="2200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  <a:lvl1pPr algn="ctr">
              <a:defRPr sz="1200" b="1">
                <a:solidFill>
                  <a:srgbClr val="FFFFFF"/>
                </a:solidFill>
              </a:defRPr>
            </a:lvl1pPr>
            <a:lvl2pPr algn="ctr">
              <a:defRPr sz="1200" b="1">
                <a:solidFill>
                  <a:srgbClr val="FFFFFF"/>
                </a:solidFill>
              </a:defRPr>
            </a:lvl2pPr>
            <a:lvl3pPr algn="ctr">
              <a:defRPr sz="1200" b="1">
                <a:solidFill>
                  <a:srgbClr val="FFFFFF"/>
                </a:solidFill>
              </a:defRPr>
            </a:lvl3pPr>
            <a:lvl4pPr algn="ctr">
              <a:defRPr sz="1200" b="1">
                <a:solidFill>
                  <a:srgbClr val="FFFFFF"/>
                </a:solidFill>
              </a:defRPr>
            </a:lvl4pPr>
            <a:lvl5pPr algn="ctr">
              <a:defRPr sz="1200" b="1">
                <a:solidFill>
                  <a:srgbClr val="FFFFFF"/>
                </a:solidFill>
              </a:defRPr>
            </a:lvl5pPr>
            <a:lvl6pPr algn="ctr">
              <a:defRPr sz="1200" b="1">
                <a:solidFill>
                  <a:srgbClr val="FFFFFF"/>
                </a:solidFill>
              </a:defRPr>
            </a:lvl6pPr>
            <a:lvl7pPr algn="ctr">
              <a:defRPr sz="1200" b="1">
                <a:solidFill>
                  <a:srgbClr val="FFFFFF"/>
                </a:solidFill>
              </a:defRPr>
            </a:lvl7pPr>
            <a:lvl8pPr algn="ctr">
              <a:defRPr sz="1200" b="1">
                <a:solidFill>
                  <a:srgbClr val="FFFFFF"/>
                </a:solidFill>
              </a:defRPr>
            </a:lvl8pPr>
            <a:lvl9pPr algn="ctr"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Performance  •  supplementary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B0991-4F4F-4144-B30B-07EF8D14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9FB3C8"/>
                </a:solidFill>
              </a:defRPr>
            </a:defPPr>
            <a:lvl1pPr algn="l">
              <a:defRPr sz="1200" b="0">
                <a:solidFill>
                  <a:srgbClr val="9FB3C8"/>
                </a:solidFill>
              </a:defRPr>
            </a:lvl1pPr>
            <a:lvl2pPr algn="l">
              <a:defRPr sz="1200" b="0">
                <a:solidFill>
                  <a:srgbClr val="9FB3C8"/>
                </a:solidFill>
              </a:defRPr>
            </a:lvl2pPr>
            <a:lvl3pPr algn="l">
              <a:defRPr sz="1200" b="0">
                <a:solidFill>
                  <a:srgbClr val="9FB3C8"/>
                </a:solidFill>
              </a:defRPr>
            </a:lvl3pPr>
            <a:lvl4pPr algn="l">
              <a:defRPr sz="1200" b="0">
                <a:solidFill>
                  <a:srgbClr val="9FB3C8"/>
                </a:solidFill>
              </a:defRPr>
            </a:lvl4pPr>
            <a:lvl5pPr algn="l">
              <a:defRPr sz="1200" b="0">
                <a:solidFill>
                  <a:srgbClr val="9FB3C8"/>
                </a:solidFill>
              </a:defRPr>
            </a:lvl5pPr>
            <a:lvl6pPr algn="l">
              <a:defRPr sz="1200" b="0">
                <a:solidFill>
                  <a:srgbClr val="9FB3C8"/>
                </a:solidFill>
              </a:defRPr>
            </a:lvl6pPr>
            <a:lvl7pPr algn="l">
              <a:defRPr sz="1200" b="0">
                <a:solidFill>
                  <a:srgbClr val="9FB3C8"/>
                </a:solidFill>
              </a:defRPr>
            </a:lvl7pPr>
            <a:lvl8pPr algn="l">
              <a:defRPr sz="1200" b="0">
                <a:solidFill>
                  <a:srgbClr val="9FB3C8"/>
                </a:solidFill>
              </a:defRPr>
            </a:lvl8pPr>
            <a:lvl9pPr algn="l">
              <a:defRPr sz="1200" b="0">
                <a:solidFill>
                  <a:srgbClr val="9FB3C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FB3C8"/>
                </a:solidFill>
              </a:defRPr>
            </a:pPr>
            <a:r>
              <a:rPr sz="1200" b="0">
                <a:solidFill>
                  <a:srgbClr val="9FB3C8"/>
                </a:solidFill>
              </a:rPr>
              <a:t>Group assessment deck  |  24 Oct 2026</a:t>
            </a:r>
          </a:p>
        </p:txBody>
      </p:sp>
    </p:spTree>
    <p:extLst>
      <p:ext uri="{BB962C8B-B14F-4D97-AF65-F5344CB8AC3E}">
        <p14:creationId xmlns:p14="http://schemas.microsoft.com/office/powerpoint/2010/main" val="804826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D15014-F086-418E-965F-BE3C9F1C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</a:defRPr>
            </a:defPPr>
            <a:lvl1pPr algn="l">
              <a:defRPr sz="2550" b="1">
                <a:solidFill>
                  <a:srgbClr val="0B1F3A"/>
                </a:solidFill>
              </a:defRPr>
            </a:lvl1pPr>
            <a:lvl2pPr algn="l">
              <a:defRPr sz="2550" b="1">
                <a:solidFill>
                  <a:srgbClr val="0B1F3A"/>
                </a:solidFill>
              </a:defRPr>
            </a:lvl2pPr>
            <a:lvl3pPr algn="l">
              <a:defRPr sz="2550" b="1">
                <a:solidFill>
                  <a:srgbClr val="0B1F3A"/>
                </a:solidFill>
              </a:defRPr>
            </a:lvl3pPr>
            <a:lvl4pPr algn="l">
              <a:defRPr sz="2550" b="1">
                <a:solidFill>
                  <a:srgbClr val="0B1F3A"/>
                </a:solidFill>
              </a:defRPr>
            </a:lvl4pPr>
            <a:lvl5pPr algn="l">
              <a:defRPr sz="2550" b="1">
                <a:solidFill>
                  <a:srgbClr val="0B1F3A"/>
                </a:solidFill>
              </a:defRPr>
            </a:lvl5pPr>
            <a:lvl6pPr algn="l">
              <a:defRPr sz="2550" b="1">
                <a:solidFill>
                  <a:srgbClr val="0B1F3A"/>
                </a:solidFill>
              </a:defRPr>
            </a:lvl6pPr>
            <a:lvl7pPr algn="l">
              <a:defRPr sz="2550" b="1">
                <a:solidFill>
                  <a:srgbClr val="0B1F3A"/>
                </a:solidFill>
              </a:defRPr>
            </a:lvl7pPr>
            <a:lvl8pPr algn="l">
              <a:defRPr sz="2550" b="1">
                <a:solidFill>
                  <a:srgbClr val="0B1F3A"/>
                </a:solidFill>
              </a:defRPr>
            </a:lvl8pPr>
            <a:lvl9pPr algn="l">
              <a:defRPr sz="2550" b="1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Common assessment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E3600-39B1-4ADE-B72C-C70A102C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EB9F8-9E8C-4F96-BF5A-C8ED0D2D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81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350" b="1">
                <a:solidFill>
                  <a:srgbClr val="5B6B82"/>
                </a:solidFill>
              </a:defRPr>
            </a:defPPr>
            <a:lvl1pPr algn="r">
              <a:defRPr sz="1350" b="1">
                <a:solidFill>
                  <a:srgbClr val="5B6B82"/>
                </a:solidFill>
              </a:defRPr>
            </a:lvl1pPr>
            <a:lvl2pPr algn="r">
              <a:defRPr sz="1350" b="1">
                <a:solidFill>
                  <a:srgbClr val="5B6B82"/>
                </a:solidFill>
              </a:defRPr>
            </a:lvl2pPr>
            <a:lvl3pPr algn="r">
              <a:defRPr sz="1350" b="1">
                <a:solidFill>
                  <a:srgbClr val="5B6B82"/>
                </a:solidFill>
              </a:defRPr>
            </a:lvl3pPr>
            <a:lvl4pPr algn="r">
              <a:defRPr sz="1350" b="1">
                <a:solidFill>
                  <a:srgbClr val="5B6B82"/>
                </a:solidFill>
              </a:defRPr>
            </a:lvl4pPr>
            <a:lvl5pPr algn="r">
              <a:defRPr sz="1350" b="1">
                <a:solidFill>
                  <a:srgbClr val="5B6B82"/>
                </a:solidFill>
              </a:defRPr>
            </a:lvl5pPr>
            <a:lvl6pPr algn="r">
              <a:defRPr sz="1350" b="1">
                <a:solidFill>
                  <a:srgbClr val="5B6B82"/>
                </a:solidFill>
              </a:defRPr>
            </a:lvl6pPr>
            <a:lvl7pPr algn="r">
              <a:defRPr sz="1350" b="1">
                <a:solidFill>
                  <a:srgbClr val="5B6B82"/>
                </a:solidFill>
              </a:defRPr>
            </a:lvl7pPr>
            <a:lvl8pPr algn="r">
              <a:defRPr sz="1350" b="1">
                <a:solidFill>
                  <a:srgbClr val="5B6B82"/>
                </a:solidFill>
              </a:defRPr>
            </a:lvl8pPr>
            <a:lvl9pPr algn="r">
              <a:defRPr sz="1350" b="1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5B6B82"/>
                </a:solidFill>
              </a:defRPr>
            </a:pPr>
            <a:r>
              <a:rPr sz="1350" b="1">
                <a:solidFill>
                  <a:srgbClr val="5B6B82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65FF3-4817-427C-BE7A-643AA8B8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5B6B82"/>
                </a:solidFill>
              </a:defRPr>
            </a:defPPr>
            <a:lvl1pPr algn="l">
              <a:defRPr sz="1575" b="0">
                <a:solidFill>
                  <a:srgbClr val="5B6B82"/>
                </a:solidFill>
              </a:defRPr>
            </a:lvl1pPr>
            <a:lvl2pPr algn="l">
              <a:defRPr sz="1575" b="0">
                <a:solidFill>
                  <a:srgbClr val="5B6B82"/>
                </a:solidFill>
              </a:defRPr>
            </a:lvl2pPr>
            <a:lvl3pPr algn="l">
              <a:defRPr sz="1575" b="0">
                <a:solidFill>
                  <a:srgbClr val="5B6B82"/>
                </a:solidFill>
              </a:defRPr>
            </a:lvl3pPr>
            <a:lvl4pPr algn="l">
              <a:defRPr sz="1575" b="0">
                <a:solidFill>
                  <a:srgbClr val="5B6B82"/>
                </a:solidFill>
              </a:defRPr>
            </a:lvl4pPr>
            <a:lvl5pPr algn="l">
              <a:defRPr sz="1575" b="0">
                <a:solidFill>
                  <a:srgbClr val="5B6B82"/>
                </a:solidFill>
              </a:defRPr>
            </a:lvl5pPr>
            <a:lvl6pPr algn="l">
              <a:defRPr sz="1575" b="0">
                <a:solidFill>
                  <a:srgbClr val="5B6B82"/>
                </a:solidFill>
              </a:defRPr>
            </a:lvl6pPr>
            <a:lvl7pPr algn="l">
              <a:defRPr sz="1575" b="0">
                <a:solidFill>
                  <a:srgbClr val="5B6B82"/>
                </a:solidFill>
              </a:defRPr>
            </a:lvl7pPr>
            <a:lvl8pPr algn="l">
              <a:defRPr sz="1575" b="0">
                <a:solidFill>
                  <a:srgbClr val="5B6B82"/>
                </a:solidFill>
              </a:defRPr>
            </a:lvl8pPr>
            <a:lvl9pPr algn="l">
              <a:defRPr sz="1575" b="0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B6B82"/>
                </a:solidFill>
              </a:defRPr>
            </a:pPr>
            <a:r>
              <a:rPr sz="1575" b="0">
                <a:solidFill>
                  <a:srgbClr val="5B6B82"/>
                </a:solidFill>
              </a:rPr>
              <a:t>Every testing layer examines the same business slice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11714-814A-44E0-BB31-07E29D25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09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E8455-BE1A-4731-9A25-C2A93638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React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1ED5C-01A5-44A5-BE73-D9BD1290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3365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233E7-EE22-4C2C-9FBF-1BEF44E8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38350"/>
            <a:ext cx="304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9525">
            <a:solidFill>
              <a:srgbClr val="146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9557A-8BA5-45BB-8FBF-3B6B3F2F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Catalogue / Inventory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AA272-BFFE-4F72-A7A6-54C69CEB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3365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E3C59-B0DE-4442-91FD-3AC3FE47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09800"/>
            <a:ext cx="209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45889-C043-4769-B9B7-159D247C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6695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Data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62DB9-5EEA-4ED8-9FE2-F6DDDC7B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243A"/>
                </a:solidFill>
              </a:defRPr>
            </a:defPPr>
            <a:lvl1pPr algn="l">
              <a:defRPr sz="1350" b="1">
                <a:solidFill>
                  <a:srgbClr val="17243A"/>
                </a:solidFill>
              </a:defRPr>
            </a:lvl1pPr>
            <a:lvl2pPr algn="l">
              <a:defRPr sz="1350" b="1">
                <a:solidFill>
                  <a:srgbClr val="17243A"/>
                </a:solidFill>
              </a:defRPr>
            </a:lvl2pPr>
            <a:lvl3pPr algn="l">
              <a:defRPr sz="1350" b="1">
                <a:solidFill>
                  <a:srgbClr val="17243A"/>
                </a:solidFill>
              </a:defRPr>
            </a:lvl3pPr>
            <a:lvl4pPr algn="l">
              <a:defRPr sz="1350" b="1">
                <a:solidFill>
                  <a:srgbClr val="17243A"/>
                </a:solidFill>
              </a:defRPr>
            </a:lvl4pPr>
            <a:lvl5pPr algn="l">
              <a:defRPr sz="1350" b="1">
                <a:solidFill>
                  <a:srgbClr val="17243A"/>
                </a:solidFill>
              </a:defRPr>
            </a:lvl5pPr>
            <a:lvl6pPr algn="l">
              <a:defRPr sz="1350" b="1">
                <a:solidFill>
                  <a:srgbClr val="17243A"/>
                </a:solidFill>
              </a:defRPr>
            </a:lvl6pPr>
            <a:lvl7pPr algn="l">
              <a:defRPr sz="1350" b="1">
                <a:solidFill>
                  <a:srgbClr val="17243A"/>
                </a:solidFill>
              </a:defRPr>
            </a:lvl7pPr>
            <a:lvl8pPr algn="l">
              <a:defRPr sz="1350" b="1">
                <a:solidFill>
                  <a:srgbClr val="17243A"/>
                </a:solidFill>
              </a:defRPr>
            </a:lvl8pPr>
            <a:lvl9pPr algn="l">
              <a:defRPr sz="1350" b="1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43A"/>
                </a:solidFill>
              </a:defRPr>
            </a:pPr>
            <a:r>
              <a:rPr sz="1350" b="1">
                <a:solidFill>
                  <a:srgbClr val="17243A"/>
                </a:solidFill>
              </a:rPr>
              <a:t>Medicine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2D84E-C448-4A0C-B7E4-17F84706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909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243A"/>
                </a:solidFill>
              </a:defRPr>
            </a:defPPr>
            <a:lvl1pPr algn="l">
              <a:defRPr sz="1350" b="1">
                <a:solidFill>
                  <a:srgbClr val="17243A"/>
                </a:solidFill>
              </a:defRPr>
            </a:lvl1pPr>
            <a:lvl2pPr algn="l">
              <a:defRPr sz="1350" b="1">
                <a:solidFill>
                  <a:srgbClr val="17243A"/>
                </a:solidFill>
              </a:defRPr>
            </a:lvl2pPr>
            <a:lvl3pPr algn="l">
              <a:defRPr sz="1350" b="1">
                <a:solidFill>
                  <a:srgbClr val="17243A"/>
                </a:solidFill>
              </a:defRPr>
            </a:lvl3pPr>
            <a:lvl4pPr algn="l">
              <a:defRPr sz="1350" b="1">
                <a:solidFill>
                  <a:srgbClr val="17243A"/>
                </a:solidFill>
              </a:defRPr>
            </a:lvl4pPr>
            <a:lvl5pPr algn="l">
              <a:defRPr sz="1350" b="1">
                <a:solidFill>
                  <a:srgbClr val="17243A"/>
                </a:solidFill>
              </a:defRPr>
            </a:lvl5pPr>
            <a:lvl6pPr algn="l">
              <a:defRPr sz="1350" b="1">
                <a:solidFill>
                  <a:srgbClr val="17243A"/>
                </a:solidFill>
              </a:defRPr>
            </a:lvl6pPr>
            <a:lvl7pPr algn="l">
              <a:defRPr sz="1350" b="1">
                <a:solidFill>
                  <a:srgbClr val="17243A"/>
                </a:solidFill>
              </a:defRPr>
            </a:lvl7pPr>
            <a:lvl8pPr algn="l">
              <a:defRPr sz="1350" b="1">
                <a:solidFill>
                  <a:srgbClr val="17243A"/>
                </a:solidFill>
              </a:defRPr>
            </a:lvl8pPr>
            <a:lvl9pPr algn="l">
              <a:defRPr sz="1350" b="1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43A"/>
                </a:solidFill>
              </a:defRPr>
            </a:pPr>
            <a:r>
              <a:rPr sz="1350" b="1">
                <a:solidFill>
                  <a:srgbClr val="17243A"/>
                </a:solidFill>
              </a:rPr>
              <a:t>Stock overview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62F7B-AC2F-4F44-B48E-B58702E1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243A"/>
                </a:solidFill>
              </a:defRPr>
            </a:defPPr>
            <a:lvl1pPr algn="l">
              <a:defRPr sz="1350" b="1">
                <a:solidFill>
                  <a:srgbClr val="17243A"/>
                </a:solidFill>
              </a:defRPr>
            </a:lvl1pPr>
            <a:lvl2pPr algn="l">
              <a:defRPr sz="1350" b="1">
                <a:solidFill>
                  <a:srgbClr val="17243A"/>
                </a:solidFill>
              </a:defRPr>
            </a:lvl2pPr>
            <a:lvl3pPr algn="l">
              <a:defRPr sz="1350" b="1">
                <a:solidFill>
                  <a:srgbClr val="17243A"/>
                </a:solidFill>
              </a:defRPr>
            </a:lvl3pPr>
            <a:lvl4pPr algn="l">
              <a:defRPr sz="1350" b="1">
                <a:solidFill>
                  <a:srgbClr val="17243A"/>
                </a:solidFill>
              </a:defRPr>
            </a:lvl4pPr>
            <a:lvl5pPr algn="l">
              <a:defRPr sz="1350" b="1">
                <a:solidFill>
                  <a:srgbClr val="17243A"/>
                </a:solidFill>
              </a:defRPr>
            </a:lvl5pPr>
            <a:lvl6pPr algn="l">
              <a:defRPr sz="1350" b="1">
                <a:solidFill>
                  <a:srgbClr val="17243A"/>
                </a:solidFill>
              </a:defRPr>
            </a:lvl6pPr>
            <a:lvl7pPr algn="l">
              <a:defRPr sz="1350" b="1">
                <a:solidFill>
                  <a:srgbClr val="17243A"/>
                </a:solidFill>
              </a:defRPr>
            </a:lvl7pPr>
            <a:lvl8pPr algn="l">
              <a:defRPr sz="1350" b="1">
                <a:solidFill>
                  <a:srgbClr val="17243A"/>
                </a:solidFill>
              </a:defRPr>
            </a:lvl8pPr>
            <a:lvl9pPr algn="l">
              <a:defRPr sz="1350" b="1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43A"/>
                </a:solidFill>
              </a:defRPr>
            </a:pPr>
            <a:r>
              <a:rPr sz="1350" b="1">
                <a:solidFill>
                  <a:srgbClr val="17243A"/>
                </a:solidFill>
              </a:rPr>
              <a:t>Low stock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C9AC6-9317-4644-BCBB-F04F7075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243A"/>
                </a:solidFill>
              </a:defRPr>
            </a:defPPr>
            <a:lvl1pPr algn="l">
              <a:defRPr sz="1350" b="1">
                <a:solidFill>
                  <a:srgbClr val="17243A"/>
                </a:solidFill>
              </a:defRPr>
            </a:lvl1pPr>
            <a:lvl2pPr algn="l">
              <a:defRPr sz="1350" b="1">
                <a:solidFill>
                  <a:srgbClr val="17243A"/>
                </a:solidFill>
              </a:defRPr>
            </a:lvl2pPr>
            <a:lvl3pPr algn="l">
              <a:defRPr sz="1350" b="1">
                <a:solidFill>
                  <a:srgbClr val="17243A"/>
                </a:solidFill>
              </a:defRPr>
            </a:lvl3pPr>
            <a:lvl4pPr algn="l">
              <a:defRPr sz="1350" b="1">
                <a:solidFill>
                  <a:srgbClr val="17243A"/>
                </a:solidFill>
              </a:defRPr>
            </a:lvl4pPr>
            <a:lvl5pPr algn="l">
              <a:defRPr sz="1350" b="1">
                <a:solidFill>
                  <a:srgbClr val="17243A"/>
                </a:solidFill>
              </a:defRPr>
            </a:lvl5pPr>
            <a:lvl6pPr algn="l">
              <a:defRPr sz="1350" b="1">
                <a:solidFill>
                  <a:srgbClr val="17243A"/>
                </a:solidFill>
              </a:defRPr>
            </a:lvl6pPr>
            <a:lvl7pPr algn="l">
              <a:defRPr sz="1350" b="1">
                <a:solidFill>
                  <a:srgbClr val="17243A"/>
                </a:solidFill>
              </a:defRPr>
            </a:lvl7pPr>
            <a:lvl8pPr algn="l">
              <a:defRPr sz="1350" b="1">
                <a:solidFill>
                  <a:srgbClr val="17243A"/>
                </a:solidFill>
              </a:defRPr>
            </a:lvl8pPr>
            <a:lvl9pPr algn="l">
              <a:defRPr sz="1350" b="1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43A"/>
                </a:solidFill>
              </a:defRPr>
            </a:pPr>
            <a:r>
              <a:rPr sz="1350" b="1">
                <a:solidFill>
                  <a:srgbClr val="17243A"/>
                </a:solidFill>
              </a:rPr>
              <a:t>Near expiry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040F9-744F-4B85-9329-F3818E84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881F5-2562-4B9C-9755-1FA7F76A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25B879"/>
                </a:solidFill>
              </a:defRPr>
            </a:defPPr>
            <a:lvl1pPr algn="l">
              <a:defRPr sz="1500" b="1">
                <a:solidFill>
                  <a:srgbClr val="25B879"/>
                </a:solidFill>
              </a:defRPr>
            </a:lvl1pPr>
            <a:lvl2pPr algn="l">
              <a:defRPr sz="1500" b="1">
                <a:solidFill>
                  <a:srgbClr val="25B879"/>
                </a:solidFill>
              </a:defRPr>
            </a:lvl2pPr>
            <a:lvl3pPr algn="l">
              <a:defRPr sz="1500" b="1">
                <a:solidFill>
                  <a:srgbClr val="25B879"/>
                </a:solidFill>
              </a:defRPr>
            </a:lvl3pPr>
            <a:lvl4pPr algn="l">
              <a:defRPr sz="1500" b="1">
                <a:solidFill>
                  <a:srgbClr val="25B879"/>
                </a:solidFill>
              </a:defRPr>
            </a:lvl4pPr>
            <a:lvl5pPr algn="l">
              <a:defRPr sz="1500" b="1">
                <a:solidFill>
                  <a:srgbClr val="25B879"/>
                </a:solidFill>
              </a:defRPr>
            </a:lvl5pPr>
            <a:lvl6pPr algn="l">
              <a:defRPr sz="1500" b="1">
                <a:solidFill>
                  <a:srgbClr val="25B879"/>
                </a:solidFill>
              </a:defRPr>
            </a:lvl6pPr>
            <a:lvl7pPr algn="l">
              <a:defRPr sz="1500" b="1">
                <a:solidFill>
                  <a:srgbClr val="25B879"/>
                </a:solidFill>
              </a:defRPr>
            </a:lvl7pPr>
            <a:lvl8pPr algn="l">
              <a:defRPr sz="1500" b="1">
                <a:solidFill>
                  <a:srgbClr val="25B879"/>
                </a:solidFill>
              </a:defRPr>
            </a:lvl8pPr>
            <a:lvl9pPr algn="l">
              <a:defRPr sz="1500" b="1">
                <a:solidFill>
                  <a:srgbClr val="25B879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5B879"/>
                </a:solidFill>
              </a:defRPr>
            </a:pPr>
            <a:r>
              <a:rPr sz="1500" b="1">
                <a:solidFill>
                  <a:srgbClr val="25B879"/>
                </a:solidFill>
              </a:rPr>
              <a:t>Deterministic 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71C76C-7842-4F77-B72A-7F6D53AC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91000"/>
            <a:ext cx="795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7243A"/>
                </a:solidFill>
              </a:defRPr>
            </a:defPPr>
            <a:lvl1pPr algn="l">
              <a:defRPr sz="1350" b="0">
                <a:solidFill>
                  <a:srgbClr val="17243A"/>
                </a:solidFill>
              </a:defRPr>
            </a:lvl1pPr>
            <a:lvl2pPr algn="l">
              <a:defRPr sz="1350" b="0">
                <a:solidFill>
                  <a:srgbClr val="17243A"/>
                </a:solidFill>
              </a:defRPr>
            </a:lvl2pPr>
            <a:lvl3pPr algn="l">
              <a:defRPr sz="1350" b="0">
                <a:solidFill>
                  <a:srgbClr val="17243A"/>
                </a:solidFill>
              </a:defRPr>
            </a:lvl3pPr>
            <a:lvl4pPr algn="l">
              <a:defRPr sz="1350" b="0">
                <a:solidFill>
                  <a:srgbClr val="17243A"/>
                </a:solidFill>
              </a:defRPr>
            </a:lvl4pPr>
            <a:lvl5pPr algn="l">
              <a:defRPr sz="1350" b="0">
                <a:solidFill>
                  <a:srgbClr val="17243A"/>
                </a:solidFill>
              </a:defRPr>
            </a:lvl5pPr>
            <a:lvl6pPr algn="l">
              <a:defRPr sz="1350" b="0">
                <a:solidFill>
                  <a:srgbClr val="17243A"/>
                </a:solidFill>
              </a:defRPr>
            </a:lvl6pPr>
            <a:lvl7pPr algn="l">
              <a:defRPr sz="1350" b="0">
                <a:solidFill>
                  <a:srgbClr val="17243A"/>
                </a:solidFill>
              </a:defRPr>
            </a:lvl7pPr>
            <a:lvl8pPr algn="l">
              <a:defRPr sz="1350" b="0">
                <a:solidFill>
                  <a:srgbClr val="17243A"/>
                </a:solidFill>
              </a:defRPr>
            </a:lvl8pPr>
            <a:lvl9pPr algn="l">
              <a:defRPr sz="1350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43A"/>
                </a:solidFill>
              </a:defRPr>
            </a:pPr>
            <a:r>
              <a:rPr sz="1350" b="0">
                <a:solidFill>
                  <a:srgbClr val="17243A"/>
                </a:solidFill>
              </a:rPr>
              <a:t>Mocks and fixtures remove the paused Azure SQL database from required test execution.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5EF347-63D5-47B4-858D-D6F2A12D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4A62A"/>
                </a:solidFill>
              </a:defRPr>
            </a:defPPr>
            <a:lvl1pPr algn="l">
              <a:defRPr sz="1500" b="1">
                <a:solidFill>
                  <a:srgbClr val="F4A62A"/>
                </a:solidFill>
              </a:defRPr>
            </a:lvl1pPr>
            <a:lvl2pPr algn="l">
              <a:defRPr sz="1500" b="1">
                <a:solidFill>
                  <a:srgbClr val="F4A62A"/>
                </a:solidFill>
              </a:defRPr>
            </a:lvl2pPr>
            <a:lvl3pPr algn="l">
              <a:defRPr sz="1500" b="1">
                <a:solidFill>
                  <a:srgbClr val="F4A62A"/>
                </a:solidFill>
              </a:defRPr>
            </a:lvl3pPr>
            <a:lvl4pPr algn="l">
              <a:defRPr sz="1500" b="1">
                <a:solidFill>
                  <a:srgbClr val="F4A62A"/>
                </a:solidFill>
              </a:defRPr>
            </a:lvl4pPr>
            <a:lvl5pPr algn="l">
              <a:defRPr sz="1500" b="1">
                <a:solidFill>
                  <a:srgbClr val="F4A62A"/>
                </a:solidFill>
              </a:defRPr>
            </a:lvl5pPr>
            <a:lvl6pPr algn="l">
              <a:defRPr sz="1500" b="1">
                <a:solidFill>
                  <a:srgbClr val="F4A62A"/>
                </a:solidFill>
              </a:defRPr>
            </a:lvl6pPr>
            <a:lvl7pPr algn="l">
              <a:defRPr sz="1500" b="1">
                <a:solidFill>
                  <a:srgbClr val="F4A62A"/>
                </a:solidFill>
              </a:defRPr>
            </a:lvl7pPr>
            <a:lvl8pPr algn="l">
              <a:defRPr sz="1500" b="1">
                <a:solidFill>
                  <a:srgbClr val="F4A62A"/>
                </a:solidFill>
              </a:defRPr>
            </a:lvl8pPr>
            <a:lvl9pPr algn="l">
              <a:defRPr sz="1500" b="1">
                <a:solidFill>
                  <a:srgbClr val="F4A62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A62A"/>
                </a:solidFill>
              </a:defRPr>
            </a:pPr>
            <a:r>
              <a:rPr sz="1500" b="1">
                <a:solidFill>
                  <a:srgbClr val="F4A62A"/>
                </a:solidFill>
              </a:rPr>
              <a:t>Deployed smoke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15E836-23D5-413D-B7FB-75111F41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14900"/>
            <a:ext cx="795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7243A"/>
                </a:solidFill>
              </a:defRPr>
            </a:defPPr>
            <a:lvl1pPr algn="l">
              <a:defRPr sz="1350" b="0">
                <a:solidFill>
                  <a:srgbClr val="17243A"/>
                </a:solidFill>
              </a:defRPr>
            </a:lvl1pPr>
            <a:lvl2pPr algn="l">
              <a:defRPr sz="1350" b="0">
                <a:solidFill>
                  <a:srgbClr val="17243A"/>
                </a:solidFill>
              </a:defRPr>
            </a:lvl2pPr>
            <a:lvl3pPr algn="l">
              <a:defRPr sz="1350" b="0">
                <a:solidFill>
                  <a:srgbClr val="17243A"/>
                </a:solidFill>
              </a:defRPr>
            </a:lvl3pPr>
            <a:lvl4pPr algn="l">
              <a:defRPr sz="1350" b="0">
                <a:solidFill>
                  <a:srgbClr val="17243A"/>
                </a:solidFill>
              </a:defRPr>
            </a:lvl4pPr>
            <a:lvl5pPr algn="l">
              <a:defRPr sz="1350" b="0">
                <a:solidFill>
                  <a:srgbClr val="17243A"/>
                </a:solidFill>
              </a:defRPr>
            </a:lvl5pPr>
            <a:lvl6pPr algn="l">
              <a:defRPr sz="1350" b="0">
                <a:solidFill>
                  <a:srgbClr val="17243A"/>
                </a:solidFill>
              </a:defRPr>
            </a:lvl6pPr>
            <a:lvl7pPr algn="l">
              <a:defRPr sz="1350" b="0">
                <a:solidFill>
                  <a:srgbClr val="17243A"/>
                </a:solidFill>
              </a:defRPr>
            </a:lvl7pPr>
            <a:lvl8pPr algn="l">
              <a:defRPr sz="1350" b="0">
                <a:solidFill>
                  <a:srgbClr val="17243A"/>
                </a:solidFill>
              </a:defRPr>
            </a:lvl8pPr>
            <a:lvl9pPr algn="l">
              <a:defRPr sz="1350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43A"/>
                </a:solidFill>
              </a:defRPr>
            </a:pPr>
            <a:r>
              <a:rPr sz="1350" b="0">
                <a:solidFill>
                  <a:srgbClr val="17243A"/>
                </a:solidFill>
              </a:rPr>
              <a:t>Run read-only environment evidence after the database allowance resets.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99DAC-91F2-48BF-8169-A8CE8534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B6B82"/>
                </a:solidFill>
              </a:defRPr>
            </a:defPPr>
            <a:lvl1pPr algn="l">
              <a:defRPr sz="975" b="0">
                <a:solidFill>
                  <a:srgbClr val="5B6B82"/>
                </a:solidFill>
              </a:defRPr>
            </a:lvl1pPr>
            <a:lvl2pPr algn="l">
              <a:defRPr sz="975" b="0">
                <a:solidFill>
                  <a:srgbClr val="5B6B82"/>
                </a:solidFill>
              </a:defRPr>
            </a:lvl2pPr>
            <a:lvl3pPr algn="l">
              <a:defRPr sz="975" b="0">
                <a:solidFill>
                  <a:srgbClr val="5B6B82"/>
                </a:solidFill>
              </a:defRPr>
            </a:lvl3pPr>
            <a:lvl4pPr algn="l">
              <a:defRPr sz="975" b="0">
                <a:solidFill>
                  <a:srgbClr val="5B6B82"/>
                </a:solidFill>
              </a:defRPr>
            </a:lvl4pPr>
            <a:lvl5pPr algn="l">
              <a:defRPr sz="975" b="0">
                <a:solidFill>
                  <a:srgbClr val="5B6B82"/>
                </a:solidFill>
              </a:defRPr>
            </a:lvl5pPr>
            <a:lvl6pPr algn="l">
              <a:defRPr sz="975" b="0">
                <a:solidFill>
                  <a:srgbClr val="5B6B82"/>
                </a:solidFill>
              </a:defRPr>
            </a:lvl6pPr>
            <a:lvl7pPr algn="l">
              <a:defRPr sz="975" b="0">
                <a:solidFill>
                  <a:srgbClr val="5B6B82"/>
                </a:solidFill>
              </a:defRPr>
            </a:lvl7pPr>
            <a:lvl8pPr algn="l">
              <a:defRPr sz="975" b="0">
                <a:solidFill>
                  <a:srgbClr val="5B6B82"/>
                </a:solidFill>
              </a:defRPr>
            </a:lvl8pPr>
            <a:lvl9pPr algn="l">
              <a:defRPr sz="975" b="0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Catalogue/Inventory vertical slice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13D9C6-69A9-4E2A-A702-6FA4DE12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38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B6B82"/>
                </a:solidFill>
              </a:defRPr>
            </a:defPPr>
            <a:lvl1pPr algn="r">
              <a:defRPr sz="975" b="1">
                <a:solidFill>
                  <a:srgbClr val="5B6B82"/>
                </a:solidFill>
              </a:defRPr>
            </a:lvl1pPr>
            <a:lvl2pPr algn="r">
              <a:defRPr sz="975" b="1">
                <a:solidFill>
                  <a:srgbClr val="5B6B82"/>
                </a:solidFill>
              </a:defRPr>
            </a:lvl2pPr>
            <a:lvl3pPr algn="r">
              <a:defRPr sz="975" b="1">
                <a:solidFill>
                  <a:srgbClr val="5B6B82"/>
                </a:solidFill>
              </a:defRPr>
            </a:lvl3pPr>
            <a:lvl4pPr algn="r">
              <a:defRPr sz="975" b="1">
                <a:solidFill>
                  <a:srgbClr val="5B6B82"/>
                </a:solidFill>
              </a:defRPr>
            </a:lvl4pPr>
            <a:lvl5pPr algn="r">
              <a:defRPr sz="975" b="1">
                <a:solidFill>
                  <a:srgbClr val="5B6B82"/>
                </a:solidFill>
              </a:defRPr>
            </a:lvl5pPr>
            <a:lvl6pPr algn="r">
              <a:defRPr sz="975" b="1">
                <a:solidFill>
                  <a:srgbClr val="5B6B82"/>
                </a:solidFill>
              </a:defRPr>
            </a:lvl6pPr>
            <a:lvl7pPr algn="r">
              <a:defRPr sz="975" b="1">
                <a:solidFill>
                  <a:srgbClr val="5B6B82"/>
                </a:solidFill>
              </a:defRPr>
            </a:lvl7pPr>
            <a:lvl8pPr algn="r">
              <a:defRPr sz="975" b="1">
                <a:solidFill>
                  <a:srgbClr val="5B6B82"/>
                </a:solidFill>
              </a:defRPr>
            </a:lvl8pPr>
            <a:lvl9pPr algn="r">
              <a:defRPr sz="975" b="1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B6B82"/>
                </a:solidFill>
              </a:defRPr>
            </a:pPr>
            <a:r>
              <a:rPr sz="975" b="1">
                <a:solidFill>
                  <a:srgbClr val="5B6B82"/>
                </a:solidFill>
              </a:rPr>
              <a:t>SE3112</a:t>
            </a:r>
          </a:p>
        </p:txBody>
      </p:sp>
    </p:spTree>
    <p:extLst>
      <p:ext uri="{BB962C8B-B14F-4D97-AF65-F5344CB8AC3E}">
        <p14:creationId xmlns:p14="http://schemas.microsoft.com/office/powerpoint/2010/main" val="213957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D368A7-16B2-4E61-BF34-E14A9896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</a:defRPr>
            </a:defPPr>
            <a:lvl1pPr algn="l">
              <a:defRPr sz="2550" b="1">
                <a:solidFill>
                  <a:srgbClr val="0B1F3A"/>
                </a:solidFill>
              </a:defRPr>
            </a:lvl1pPr>
            <a:lvl2pPr algn="l">
              <a:defRPr sz="2550" b="1">
                <a:solidFill>
                  <a:srgbClr val="0B1F3A"/>
                </a:solidFill>
              </a:defRPr>
            </a:lvl2pPr>
            <a:lvl3pPr algn="l">
              <a:defRPr sz="2550" b="1">
                <a:solidFill>
                  <a:srgbClr val="0B1F3A"/>
                </a:solidFill>
              </a:defRPr>
            </a:lvl3pPr>
            <a:lvl4pPr algn="l">
              <a:defRPr sz="2550" b="1">
                <a:solidFill>
                  <a:srgbClr val="0B1F3A"/>
                </a:solidFill>
              </a:defRPr>
            </a:lvl4pPr>
            <a:lvl5pPr algn="l">
              <a:defRPr sz="2550" b="1">
                <a:solidFill>
                  <a:srgbClr val="0B1F3A"/>
                </a:solidFill>
              </a:defRPr>
            </a:lvl5pPr>
            <a:lvl6pPr algn="l">
              <a:defRPr sz="2550" b="1">
                <a:solidFill>
                  <a:srgbClr val="0B1F3A"/>
                </a:solidFill>
              </a:defRPr>
            </a:lvl6pPr>
            <a:lvl7pPr algn="l">
              <a:defRPr sz="2550" b="1">
                <a:solidFill>
                  <a:srgbClr val="0B1F3A"/>
                </a:solidFill>
              </a:defRPr>
            </a:lvl7pPr>
            <a:lvl8pPr algn="l">
              <a:defRPr sz="2550" b="1">
                <a:solidFill>
                  <a:srgbClr val="0B1F3A"/>
                </a:solidFill>
              </a:defRPr>
            </a:lvl8pPr>
            <a:lvl9pPr algn="l">
              <a:defRPr sz="2550" b="1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Four official individual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A4077-1CA5-4C5E-9094-B7827B32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9DF74-67F3-4671-8B47-B06CD5D5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81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350" b="1">
                <a:solidFill>
                  <a:srgbClr val="5B6B82"/>
                </a:solidFill>
              </a:defRPr>
            </a:defPPr>
            <a:lvl1pPr algn="r">
              <a:defRPr sz="1350" b="1">
                <a:solidFill>
                  <a:srgbClr val="5B6B82"/>
                </a:solidFill>
              </a:defRPr>
            </a:lvl1pPr>
            <a:lvl2pPr algn="r">
              <a:defRPr sz="1350" b="1">
                <a:solidFill>
                  <a:srgbClr val="5B6B82"/>
                </a:solidFill>
              </a:defRPr>
            </a:lvl2pPr>
            <a:lvl3pPr algn="r">
              <a:defRPr sz="1350" b="1">
                <a:solidFill>
                  <a:srgbClr val="5B6B82"/>
                </a:solidFill>
              </a:defRPr>
            </a:lvl3pPr>
            <a:lvl4pPr algn="r">
              <a:defRPr sz="1350" b="1">
                <a:solidFill>
                  <a:srgbClr val="5B6B82"/>
                </a:solidFill>
              </a:defRPr>
            </a:lvl4pPr>
            <a:lvl5pPr algn="r">
              <a:defRPr sz="1350" b="1">
                <a:solidFill>
                  <a:srgbClr val="5B6B82"/>
                </a:solidFill>
              </a:defRPr>
            </a:lvl5pPr>
            <a:lvl6pPr algn="r">
              <a:defRPr sz="1350" b="1">
                <a:solidFill>
                  <a:srgbClr val="5B6B82"/>
                </a:solidFill>
              </a:defRPr>
            </a:lvl6pPr>
            <a:lvl7pPr algn="r">
              <a:defRPr sz="1350" b="1">
                <a:solidFill>
                  <a:srgbClr val="5B6B82"/>
                </a:solidFill>
              </a:defRPr>
            </a:lvl7pPr>
            <a:lvl8pPr algn="r">
              <a:defRPr sz="1350" b="1">
                <a:solidFill>
                  <a:srgbClr val="5B6B82"/>
                </a:solidFill>
              </a:defRPr>
            </a:lvl8pPr>
            <a:lvl9pPr algn="r">
              <a:defRPr sz="1350" b="1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5B6B82"/>
                </a:solidFill>
              </a:defRPr>
            </a:pPr>
            <a:r>
              <a:rPr sz="1350" b="1">
                <a:solidFill>
                  <a:srgbClr val="5B6B82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A073C-9C54-433F-BF44-A10570F4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62EB9-CF15-4C81-89CA-574A638A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8B109-6B8B-4073-9388-3C01FF70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954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463FF"/>
                </a:solidFill>
              </a:defRPr>
            </a:defPPr>
            <a:lvl1pPr algn="l">
              <a:defRPr sz="1125" b="1">
                <a:solidFill>
                  <a:srgbClr val="1463FF"/>
                </a:solidFill>
              </a:defRPr>
            </a:lvl1pPr>
            <a:lvl2pPr algn="l">
              <a:defRPr sz="1125" b="1">
                <a:solidFill>
                  <a:srgbClr val="1463FF"/>
                </a:solidFill>
              </a:defRPr>
            </a:lvl2pPr>
            <a:lvl3pPr algn="l">
              <a:defRPr sz="1125" b="1">
                <a:solidFill>
                  <a:srgbClr val="1463FF"/>
                </a:solidFill>
              </a:defRPr>
            </a:lvl3pPr>
            <a:lvl4pPr algn="l">
              <a:defRPr sz="1125" b="1">
                <a:solidFill>
                  <a:srgbClr val="1463FF"/>
                </a:solidFill>
              </a:defRPr>
            </a:lvl4pPr>
            <a:lvl5pPr algn="l">
              <a:defRPr sz="1125" b="1">
                <a:solidFill>
                  <a:srgbClr val="1463FF"/>
                </a:solidFill>
              </a:defRPr>
            </a:lvl5pPr>
            <a:lvl6pPr algn="l">
              <a:defRPr sz="1125" b="1">
                <a:solidFill>
                  <a:srgbClr val="1463FF"/>
                </a:solidFill>
              </a:defRPr>
            </a:lvl6pPr>
            <a:lvl7pPr algn="l">
              <a:defRPr sz="1125" b="1">
                <a:solidFill>
                  <a:srgbClr val="1463FF"/>
                </a:solidFill>
              </a:defRPr>
            </a:lvl7pPr>
            <a:lvl8pPr algn="l">
              <a:defRPr sz="1125" b="1">
                <a:solidFill>
                  <a:srgbClr val="1463FF"/>
                </a:solidFill>
              </a:defRPr>
            </a:lvl8pPr>
            <a:lvl9pPr algn="l">
              <a:defRPr sz="1125" b="1">
                <a:solidFill>
                  <a:srgbClr val="1463F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463FF"/>
                </a:solidFill>
              </a:defRPr>
            </a:pPr>
            <a:r>
              <a:rPr sz="1125" b="1">
                <a:solidFill>
                  <a:srgbClr val="1463FF"/>
                </a:solidFill>
              </a:rPr>
              <a:t>MEMBER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3A472-8A46-4E73-9BB7-750F2E25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478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B1F3A"/>
                </a:solidFill>
              </a:defRPr>
            </a:defPPr>
            <a:lvl1pPr algn="l">
              <a:defRPr sz="1725" b="1">
                <a:solidFill>
                  <a:srgbClr val="0B1F3A"/>
                </a:solidFill>
              </a:defRPr>
            </a:lvl1pPr>
            <a:lvl2pPr algn="l">
              <a:defRPr sz="1725" b="1">
                <a:solidFill>
                  <a:srgbClr val="0B1F3A"/>
                </a:solidFill>
              </a:defRPr>
            </a:lvl2pPr>
            <a:lvl3pPr algn="l">
              <a:defRPr sz="1725" b="1">
                <a:solidFill>
                  <a:srgbClr val="0B1F3A"/>
                </a:solidFill>
              </a:defRPr>
            </a:lvl3pPr>
            <a:lvl4pPr algn="l">
              <a:defRPr sz="1725" b="1">
                <a:solidFill>
                  <a:srgbClr val="0B1F3A"/>
                </a:solidFill>
              </a:defRPr>
            </a:lvl4pPr>
            <a:lvl5pPr algn="l">
              <a:defRPr sz="1725" b="1">
                <a:solidFill>
                  <a:srgbClr val="0B1F3A"/>
                </a:solidFill>
              </a:defRPr>
            </a:lvl5pPr>
            <a:lvl6pPr algn="l">
              <a:defRPr sz="1725" b="1">
                <a:solidFill>
                  <a:srgbClr val="0B1F3A"/>
                </a:solidFill>
              </a:defRPr>
            </a:lvl6pPr>
            <a:lvl7pPr algn="l">
              <a:defRPr sz="1725" b="1">
                <a:solidFill>
                  <a:srgbClr val="0B1F3A"/>
                </a:solidFill>
              </a:defRPr>
            </a:lvl7pPr>
            <a:lvl8pPr algn="l">
              <a:defRPr sz="1725" b="1">
                <a:solidFill>
                  <a:srgbClr val="0B1F3A"/>
                </a:solidFill>
              </a:defRPr>
            </a:lvl8pPr>
            <a:lvl9pPr algn="l">
              <a:defRPr sz="1725" b="1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Unit Testing &amp; Mocking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5687F-2386-4D52-924F-4DFEC530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8590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350" b="0">
                <a:solidFill>
                  <a:srgbClr val="5B6B82"/>
                </a:solidFill>
              </a:defRPr>
            </a:defPPr>
            <a:lvl1pPr algn="r">
              <a:defRPr sz="1350" b="0">
                <a:solidFill>
                  <a:srgbClr val="5B6B82"/>
                </a:solidFill>
              </a:defRPr>
            </a:lvl1pPr>
            <a:lvl2pPr algn="r">
              <a:defRPr sz="1350" b="0">
                <a:solidFill>
                  <a:srgbClr val="5B6B82"/>
                </a:solidFill>
              </a:defRPr>
            </a:lvl2pPr>
            <a:lvl3pPr algn="r">
              <a:defRPr sz="1350" b="0">
                <a:solidFill>
                  <a:srgbClr val="5B6B82"/>
                </a:solidFill>
              </a:defRPr>
            </a:lvl3pPr>
            <a:lvl4pPr algn="r">
              <a:defRPr sz="1350" b="0">
                <a:solidFill>
                  <a:srgbClr val="5B6B82"/>
                </a:solidFill>
              </a:defRPr>
            </a:lvl4pPr>
            <a:lvl5pPr algn="r">
              <a:defRPr sz="1350" b="0">
                <a:solidFill>
                  <a:srgbClr val="5B6B82"/>
                </a:solidFill>
              </a:defRPr>
            </a:lvl5pPr>
            <a:lvl6pPr algn="r">
              <a:defRPr sz="1350" b="0">
                <a:solidFill>
                  <a:srgbClr val="5B6B82"/>
                </a:solidFill>
              </a:defRPr>
            </a:lvl6pPr>
            <a:lvl7pPr algn="r">
              <a:defRPr sz="1350" b="0">
                <a:solidFill>
                  <a:srgbClr val="5B6B82"/>
                </a:solidFill>
              </a:defRPr>
            </a:lvl7pPr>
            <a:lvl8pPr algn="r">
              <a:defRPr sz="1350" b="0">
                <a:solidFill>
                  <a:srgbClr val="5B6B82"/>
                </a:solidFill>
              </a:defRPr>
            </a:lvl8pPr>
            <a:lvl9pPr algn="r">
              <a:defRPr sz="1350" b="0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B6B82"/>
                </a:solidFill>
              </a:defRPr>
            </a:pPr>
            <a:r>
              <a:rPr sz="1350" b="0">
                <a:solidFill>
                  <a:srgbClr val="5B6B82"/>
                </a:solidFill>
              </a:rPr>
              <a:t>xUnit  •  Moq  •  Coverlet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BB6F-4613-4433-B610-648F20C8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16882-07AB-42E4-AD9F-9778FE7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F56C0-7DBA-42F3-AD57-8156E43F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6B8C8"/>
                </a:solidFill>
              </a:defRPr>
            </a:defPPr>
            <a:lvl1pPr algn="l">
              <a:defRPr sz="1125" b="1">
                <a:solidFill>
                  <a:srgbClr val="16B8C8"/>
                </a:solidFill>
              </a:defRPr>
            </a:lvl1pPr>
            <a:lvl2pPr algn="l">
              <a:defRPr sz="1125" b="1">
                <a:solidFill>
                  <a:srgbClr val="16B8C8"/>
                </a:solidFill>
              </a:defRPr>
            </a:lvl2pPr>
            <a:lvl3pPr algn="l">
              <a:defRPr sz="1125" b="1">
                <a:solidFill>
                  <a:srgbClr val="16B8C8"/>
                </a:solidFill>
              </a:defRPr>
            </a:lvl3pPr>
            <a:lvl4pPr algn="l">
              <a:defRPr sz="1125" b="1">
                <a:solidFill>
                  <a:srgbClr val="16B8C8"/>
                </a:solidFill>
              </a:defRPr>
            </a:lvl4pPr>
            <a:lvl5pPr algn="l">
              <a:defRPr sz="1125" b="1">
                <a:solidFill>
                  <a:srgbClr val="16B8C8"/>
                </a:solidFill>
              </a:defRPr>
            </a:lvl5pPr>
            <a:lvl6pPr algn="l">
              <a:defRPr sz="1125" b="1">
                <a:solidFill>
                  <a:srgbClr val="16B8C8"/>
                </a:solidFill>
              </a:defRPr>
            </a:lvl6pPr>
            <a:lvl7pPr algn="l">
              <a:defRPr sz="1125" b="1">
                <a:solidFill>
                  <a:srgbClr val="16B8C8"/>
                </a:solidFill>
              </a:defRPr>
            </a:lvl7pPr>
            <a:lvl8pPr algn="l">
              <a:defRPr sz="1125" b="1">
                <a:solidFill>
                  <a:srgbClr val="16B8C8"/>
                </a:solidFill>
              </a:defRPr>
            </a:lvl8pPr>
            <a:lvl9pPr algn="l">
              <a:defRPr sz="1125" b="1">
                <a:solidFill>
                  <a:srgbClr val="16B8C8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6B8C8"/>
                </a:solidFill>
              </a:defRPr>
            </a:pPr>
            <a:r>
              <a:rPr sz="1125" b="1">
                <a:solidFill>
                  <a:srgbClr val="16B8C8"/>
                </a:solidFill>
              </a:rPr>
              <a:t>MEMBER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69FB2-E720-48C7-98BC-BD3F75D1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B1F3A"/>
                </a:solidFill>
              </a:defRPr>
            </a:defPPr>
            <a:lvl1pPr algn="l">
              <a:defRPr sz="1725" b="1">
                <a:solidFill>
                  <a:srgbClr val="0B1F3A"/>
                </a:solidFill>
              </a:defRPr>
            </a:lvl1pPr>
            <a:lvl2pPr algn="l">
              <a:defRPr sz="1725" b="1">
                <a:solidFill>
                  <a:srgbClr val="0B1F3A"/>
                </a:solidFill>
              </a:defRPr>
            </a:lvl2pPr>
            <a:lvl3pPr algn="l">
              <a:defRPr sz="1725" b="1">
                <a:solidFill>
                  <a:srgbClr val="0B1F3A"/>
                </a:solidFill>
              </a:defRPr>
            </a:lvl3pPr>
            <a:lvl4pPr algn="l">
              <a:defRPr sz="1725" b="1">
                <a:solidFill>
                  <a:srgbClr val="0B1F3A"/>
                </a:solidFill>
              </a:defRPr>
            </a:lvl4pPr>
            <a:lvl5pPr algn="l">
              <a:defRPr sz="1725" b="1">
                <a:solidFill>
                  <a:srgbClr val="0B1F3A"/>
                </a:solidFill>
              </a:defRPr>
            </a:lvl5pPr>
            <a:lvl6pPr algn="l">
              <a:defRPr sz="1725" b="1">
                <a:solidFill>
                  <a:srgbClr val="0B1F3A"/>
                </a:solidFill>
              </a:defRPr>
            </a:lvl6pPr>
            <a:lvl7pPr algn="l">
              <a:defRPr sz="1725" b="1">
                <a:solidFill>
                  <a:srgbClr val="0B1F3A"/>
                </a:solidFill>
              </a:defRPr>
            </a:lvl7pPr>
            <a:lvl8pPr algn="l">
              <a:defRPr sz="1725" b="1">
                <a:solidFill>
                  <a:srgbClr val="0B1F3A"/>
                </a:solidFill>
              </a:defRPr>
            </a:lvl8pPr>
            <a:lvl9pPr algn="l">
              <a:defRPr sz="1725" b="1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Mutation Testing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A730F-0E73-4F41-82D2-0CB12077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350" b="0">
                <a:solidFill>
                  <a:srgbClr val="5B6B82"/>
                </a:solidFill>
              </a:defRPr>
            </a:defPPr>
            <a:lvl1pPr algn="r">
              <a:defRPr sz="1350" b="0">
                <a:solidFill>
                  <a:srgbClr val="5B6B82"/>
                </a:solidFill>
              </a:defRPr>
            </a:lvl1pPr>
            <a:lvl2pPr algn="r">
              <a:defRPr sz="1350" b="0">
                <a:solidFill>
                  <a:srgbClr val="5B6B82"/>
                </a:solidFill>
              </a:defRPr>
            </a:lvl2pPr>
            <a:lvl3pPr algn="r">
              <a:defRPr sz="1350" b="0">
                <a:solidFill>
                  <a:srgbClr val="5B6B82"/>
                </a:solidFill>
              </a:defRPr>
            </a:lvl3pPr>
            <a:lvl4pPr algn="r">
              <a:defRPr sz="1350" b="0">
                <a:solidFill>
                  <a:srgbClr val="5B6B82"/>
                </a:solidFill>
              </a:defRPr>
            </a:lvl4pPr>
            <a:lvl5pPr algn="r">
              <a:defRPr sz="1350" b="0">
                <a:solidFill>
                  <a:srgbClr val="5B6B82"/>
                </a:solidFill>
              </a:defRPr>
            </a:lvl5pPr>
            <a:lvl6pPr algn="r">
              <a:defRPr sz="1350" b="0">
                <a:solidFill>
                  <a:srgbClr val="5B6B82"/>
                </a:solidFill>
              </a:defRPr>
            </a:lvl6pPr>
            <a:lvl7pPr algn="r">
              <a:defRPr sz="1350" b="0">
                <a:solidFill>
                  <a:srgbClr val="5B6B82"/>
                </a:solidFill>
              </a:defRPr>
            </a:lvl7pPr>
            <a:lvl8pPr algn="r">
              <a:defRPr sz="1350" b="0">
                <a:solidFill>
                  <a:srgbClr val="5B6B82"/>
                </a:solidFill>
              </a:defRPr>
            </a:lvl8pPr>
            <a:lvl9pPr algn="r">
              <a:defRPr sz="1350" b="0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B6B82"/>
                </a:solidFill>
              </a:defRPr>
            </a:pPr>
            <a:r>
              <a:rPr sz="1350" b="0">
                <a:solidFill>
                  <a:srgbClr val="5B6B82"/>
                </a:solidFill>
              </a:rPr>
              <a:t>Stryker.NET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EFE94-6C13-48FB-ACA0-9FFECCDA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6B666-C7D1-4B26-86F0-EDFE9A48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01D4D-F633-48D1-B784-251A54EF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5B879"/>
                </a:solidFill>
              </a:defRPr>
            </a:defPPr>
            <a:lvl1pPr algn="l">
              <a:defRPr sz="1125" b="1">
                <a:solidFill>
                  <a:srgbClr val="25B879"/>
                </a:solidFill>
              </a:defRPr>
            </a:lvl1pPr>
            <a:lvl2pPr algn="l">
              <a:defRPr sz="1125" b="1">
                <a:solidFill>
                  <a:srgbClr val="25B879"/>
                </a:solidFill>
              </a:defRPr>
            </a:lvl2pPr>
            <a:lvl3pPr algn="l">
              <a:defRPr sz="1125" b="1">
                <a:solidFill>
                  <a:srgbClr val="25B879"/>
                </a:solidFill>
              </a:defRPr>
            </a:lvl3pPr>
            <a:lvl4pPr algn="l">
              <a:defRPr sz="1125" b="1">
                <a:solidFill>
                  <a:srgbClr val="25B879"/>
                </a:solidFill>
              </a:defRPr>
            </a:lvl4pPr>
            <a:lvl5pPr algn="l">
              <a:defRPr sz="1125" b="1">
                <a:solidFill>
                  <a:srgbClr val="25B879"/>
                </a:solidFill>
              </a:defRPr>
            </a:lvl5pPr>
            <a:lvl6pPr algn="l">
              <a:defRPr sz="1125" b="1">
                <a:solidFill>
                  <a:srgbClr val="25B879"/>
                </a:solidFill>
              </a:defRPr>
            </a:lvl6pPr>
            <a:lvl7pPr algn="l">
              <a:defRPr sz="1125" b="1">
                <a:solidFill>
                  <a:srgbClr val="25B879"/>
                </a:solidFill>
              </a:defRPr>
            </a:lvl7pPr>
            <a:lvl8pPr algn="l">
              <a:defRPr sz="1125" b="1">
                <a:solidFill>
                  <a:srgbClr val="25B879"/>
                </a:solidFill>
              </a:defRPr>
            </a:lvl8pPr>
            <a:lvl9pPr algn="l">
              <a:defRPr sz="1125" b="1">
                <a:solidFill>
                  <a:srgbClr val="25B879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5B879"/>
                </a:solidFill>
              </a:defRPr>
            </a:pPr>
            <a:r>
              <a:rPr sz="1125" b="1">
                <a:solidFill>
                  <a:srgbClr val="25B879"/>
                </a:solidFill>
              </a:rPr>
              <a:t>MEMBER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415173-2160-499B-BBF3-C3CAD70A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766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B1F3A"/>
                </a:solidFill>
              </a:defRPr>
            </a:defPPr>
            <a:lvl1pPr algn="l">
              <a:defRPr sz="1725" b="1">
                <a:solidFill>
                  <a:srgbClr val="0B1F3A"/>
                </a:solidFill>
              </a:defRPr>
            </a:lvl1pPr>
            <a:lvl2pPr algn="l">
              <a:defRPr sz="1725" b="1">
                <a:solidFill>
                  <a:srgbClr val="0B1F3A"/>
                </a:solidFill>
              </a:defRPr>
            </a:lvl2pPr>
            <a:lvl3pPr algn="l">
              <a:defRPr sz="1725" b="1">
                <a:solidFill>
                  <a:srgbClr val="0B1F3A"/>
                </a:solidFill>
              </a:defRPr>
            </a:lvl3pPr>
            <a:lvl4pPr algn="l">
              <a:defRPr sz="1725" b="1">
                <a:solidFill>
                  <a:srgbClr val="0B1F3A"/>
                </a:solidFill>
              </a:defRPr>
            </a:lvl4pPr>
            <a:lvl5pPr algn="l">
              <a:defRPr sz="1725" b="1">
                <a:solidFill>
                  <a:srgbClr val="0B1F3A"/>
                </a:solidFill>
              </a:defRPr>
            </a:lvl5pPr>
            <a:lvl6pPr algn="l">
              <a:defRPr sz="1725" b="1">
                <a:solidFill>
                  <a:srgbClr val="0B1F3A"/>
                </a:solidFill>
              </a:defRPr>
            </a:lvl6pPr>
            <a:lvl7pPr algn="l">
              <a:defRPr sz="1725" b="1">
                <a:solidFill>
                  <a:srgbClr val="0B1F3A"/>
                </a:solidFill>
              </a:defRPr>
            </a:lvl7pPr>
            <a:lvl8pPr algn="l">
              <a:defRPr sz="1725" b="1">
                <a:solidFill>
                  <a:srgbClr val="0B1F3A"/>
                </a:solidFill>
              </a:defRPr>
            </a:lvl8pPr>
            <a:lvl9pPr algn="l">
              <a:defRPr sz="1725" b="1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UI / E2E Testing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2F6B4-C093-4E8F-B66C-A9CB4394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350" b="0">
                <a:solidFill>
                  <a:srgbClr val="5B6B82"/>
                </a:solidFill>
              </a:defRPr>
            </a:defPPr>
            <a:lvl1pPr algn="r">
              <a:defRPr sz="1350" b="0">
                <a:solidFill>
                  <a:srgbClr val="5B6B82"/>
                </a:solidFill>
              </a:defRPr>
            </a:lvl1pPr>
            <a:lvl2pPr algn="r">
              <a:defRPr sz="1350" b="0">
                <a:solidFill>
                  <a:srgbClr val="5B6B82"/>
                </a:solidFill>
              </a:defRPr>
            </a:lvl2pPr>
            <a:lvl3pPr algn="r">
              <a:defRPr sz="1350" b="0">
                <a:solidFill>
                  <a:srgbClr val="5B6B82"/>
                </a:solidFill>
              </a:defRPr>
            </a:lvl3pPr>
            <a:lvl4pPr algn="r">
              <a:defRPr sz="1350" b="0">
                <a:solidFill>
                  <a:srgbClr val="5B6B82"/>
                </a:solidFill>
              </a:defRPr>
            </a:lvl4pPr>
            <a:lvl5pPr algn="r">
              <a:defRPr sz="1350" b="0">
                <a:solidFill>
                  <a:srgbClr val="5B6B82"/>
                </a:solidFill>
              </a:defRPr>
            </a:lvl5pPr>
            <a:lvl6pPr algn="r">
              <a:defRPr sz="1350" b="0">
                <a:solidFill>
                  <a:srgbClr val="5B6B82"/>
                </a:solidFill>
              </a:defRPr>
            </a:lvl6pPr>
            <a:lvl7pPr algn="r">
              <a:defRPr sz="1350" b="0">
                <a:solidFill>
                  <a:srgbClr val="5B6B82"/>
                </a:solidFill>
              </a:defRPr>
            </a:lvl7pPr>
            <a:lvl8pPr algn="r">
              <a:defRPr sz="1350" b="0">
                <a:solidFill>
                  <a:srgbClr val="5B6B82"/>
                </a:solidFill>
              </a:defRPr>
            </a:lvl8pPr>
            <a:lvl9pPr algn="r">
              <a:defRPr sz="1350" b="0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B6B82"/>
                </a:solidFill>
              </a:defRPr>
            </a:pPr>
            <a:r>
              <a:rPr sz="1350" b="0">
                <a:solidFill>
                  <a:srgbClr val="5B6B82"/>
                </a:solidFill>
              </a:rPr>
              <a:t>Playwright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DF670-AD98-4B43-B771-4D096DCF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C6FFC4-F13B-4D01-B5BE-0B149B15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ACDCA-4A59-41FF-B23C-0E555209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4A62A"/>
                </a:solidFill>
              </a:defRPr>
            </a:defPPr>
            <a:lvl1pPr algn="l">
              <a:defRPr sz="1125" b="1">
                <a:solidFill>
                  <a:srgbClr val="F4A62A"/>
                </a:solidFill>
              </a:defRPr>
            </a:lvl1pPr>
            <a:lvl2pPr algn="l">
              <a:defRPr sz="1125" b="1">
                <a:solidFill>
                  <a:srgbClr val="F4A62A"/>
                </a:solidFill>
              </a:defRPr>
            </a:lvl2pPr>
            <a:lvl3pPr algn="l">
              <a:defRPr sz="1125" b="1">
                <a:solidFill>
                  <a:srgbClr val="F4A62A"/>
                </a:solidFill>
              </a:defRPr>
            </a:lvl3pPr>
            <a:lvl4pPr algn="l">
              <a:defRPr sz="1125" b="1">
                <a:solidFill>
                  <a:srgbClr val="F4A62A"/>
                </a:solidFill>
              </a:defRPr>
            </a:lvl4pPr>
            <a:lvl5pPr algn="l">
              <a:defRPr sz="1125" b="1">
                <a:solidFill>
                  <a:srgbClr val="F4A62A"/>
                </a:solidFill>
              </a:defRPr>
            </a:lvl5pPr>
            <a:lvl6pPr algn="l">
              <a:defRPr sz="1125" b="1">
                <a:solidFill>
                  <a:srgbClr val="F4A62A"/>
                </a:solidFill>
              </a:defRPr>
            </a:lvl6pPr>
            <a:lvl7pPr algn="l">
              <a:defRPr sz="1125" b="1">
                <a:solidFill>
                  <a:srgbClr val="F4A62A"/>
                </a:solidFill>
              </a:defRPr>
            </a:lvl7pPr>
            <a:lvl8pPr algn="l">
              <a:defRPr sz="1125" b="1">
                <a:solidFill>
                  <a:srgbClr val="F4A62A"/>
                </a:solidFill>
              </a:defRPr>
            </a:lvl8pPr>
            <a:lvl9pPr algn="l">
              <a:defRPr sz="1125" b="1">
                <a:solidFill>
                  <a:srgbClr val="F4A6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4A62A"/>
                </a:solidFill>
              </a:defRPr>
            </a:pPr>
            <a:r>
              <a:rPr sz="1125" b="1">
                <a:solidFill>
                  <a:srgbClr val="F4A62A"/>
                </a:solidFill>
              </a:rPr>
              <a:t>MEMBER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C40097-313A-40B8-A9A4-9C31D703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B1F3A"/>
                </a:solidFill>
              </a:defRPr>
            </a:defPPr>
            <a:lvl1pPr algn="l">
              <a:defRPr sz="1725" b="1">
                <a:solidFill>
                  <a:srgbClr val="0B1F3A"/>
                </a:solidFill>
              </a:defRPr>
            </a:lvl1pPr>
            <a:lvl2pPr algn="l">
              <a:defRPr sz="1725" b="1">
                <a:solidFill>
                  <a:srgbClr val="0B1F3A"/>
                </a:solidFill>
              </a:defRPr>
            </a:lvl2pPr>
            <a:lvl3pPr algn="l">
              <a:defRPr sz="1725" b="1">
                <a:solidFill>
                  <a:srgbClr val="0B1F3A"/>
                </a:solidFill>
              </a:defRPr>
            </a:lvl3pPr>
            <a:lvl4pPr algn="l">
              <a:defRPr sz="1725" b="1">
                <a:solidFill>
                  <a:srgbClr val="0B1F3A"/>
                </a:solidFill>
              </a:defRPr>
            </a:lvl4pPr>
            <a:lvl5pPr algn="l">
              <a:defRPr sz="1725" b="1">
                <a:solidFill>
                  <a:srgbClr val="0B1F3A"/>
                </a:solidFill>
              </a:defRPr>
            </a:lvl5pPr>
            <a:lvl6pPr algn="l">
              <a:defRPr sz="1725" b="1">
                <a:solidFill>
                  <a:srgbClr val="0B1F3A"/>
                </a:solidFill>
              </a:defRPr>
            </a:lvl6pPr>
            <a:lvl7pPr algn="l">
              <a:defRPr sz="1725" b="1">
                <a:solidFill>
                  <a:srgbClr val="0B1F3A"/>
                </a:solidFill>
              </a:defRPr>
            </a:lvl7pPr>
            <a:lvl8pPr algn="l">
              <a:defRPr sz="1725" b="1">
                <a:solidFill>
                  <a:srgbClr val="0B1F3A"/>
                </a:solidFill>
              </a:defRPr>
            </a:lvl8pPr>
            <a:lvl9pPr algn="l">
              <a:defRPr sz="1725" b="1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Code Quality &amp; Metrics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5BFB4-1651-4466-8F85-31201599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350" b="0">
                <a:solidFill>
                  <a:srgbClr val="5B6B82"/>
                </a:solidFill>
              </a:defRPr>
            </a:defPPr>
            <a:lvl1pPr algn="r">
              <a:defRPr sz="1350" b="0">
                <a:solidFill>
                  <a:srgbClr val="5B6B82"/>
                </a:solidFill>
              </a:defRPr>
            </a:lvl1pPr>
            <a:lvl2pPr algn="r">
              <a:defRPr sz="1350" b="0">
                <a:solidFill>
                  <a:srgbClr val="5B6B82"/>
                </a:solidFill>
              </a:defRPr>
            </a:lvl2pPr>
            <a:lvl3pPr algn="r">
              <a:defRPr sz="1350" b="0">
                <a:solidFill>
                  <a:srgbClr val="5B6B82"/>
                </a:solidFill>
              </a:defRPr>
            </a:lvl3pPr>
            <a:lvl4pPr algn="r">
              <a:defRPr sz="1350" b="0">
                <a:solidFill>
                  <a:srgbClr val="5B6B82"/>
                </a:solidFill>
              </a:defRPr>
            </a:lvl4pPr>
            <a:lvl5pPr algn="r">
              <a:defRPr sz="1350" b="0">
                <a:solidFill>
                  <a:srgbClr val="5B6B82"/>
                </a:solidFill>
              </a:defRPr>
            </a:lvl5pPr>
            <a:lvl6pPr algn="r">
              <a:defRPr sz="1350" b="0">
                <a:solidFill>
                  <a:srgbClr val="5B6B82"/>
                </a:solidFill>
              </a:defRPr>
            </a:lvl6pPr>
            <a:lvl7pPr algn="r">
              <a:defRPr sz="1350" b="0">
                <a:solidFill>
                  <a:srgbClr val="5B6B82"/>
                </a:solidFill>
              </a:defRPr>
            </a:lvl7pPr>
            <a:lvl8pPr algn="r">
              <a:defRPr sz="1350" b="0">
                <a:solidFill>
                  <a:srgbClr val="5B6B82"/>
                </a:solidFill>
              </a:defRPr>
            </a:lvl8pPr>
            <a:lvl9pPr algn="r">
              <a:defRPr sz="1350" b="0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B6B82"/>
                </a:solidFill>
              </a:defRPr>
            </a:pPr>
            <a:r>
              <a:rPr sz="1350" b="0">
                <a:solidFill>
                  <a:srgbClr val="5B6B82"/>
                </a:solidFill>
              </a:rPr>
              <a:t>.NET analyzers  •  Coverlet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6B92B3-AFFB-43C1-887D-3ECEF729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858500" cy="666750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B6B8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7D45AA-38D8-43F0-A92B-8CBE0326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B6B82"/>
                </a:solidFill>
              </a:defRPr>
            </a:defPPr>
            <a:lvl1pPr algn="l">
              <a:defRPr sz="1050" b="1">
                <a:solidFill>
                  <a:srgbClr val="5B6B82"/>
                </a:solidFill>
              </a:defRPr>
            </a:lvl1pPr>
            <a:lvl2pPr algn="l">
              <a:defRPr sz="1050" b="1">
                <a:solidFill>
                  <a:srgbClr val="5B6B82"/>
                </a:solidFill>
              </a:defRPr>
            </a:lvl2pPr>
            <a:lvl3pPr algn="l">
              <a:defRPr sz="1050" b="1">
                <a:solidFill>
                  <a:srgbClr val="5B6B82"/>
                </a:solidFill>
              </a:defRPr>
            </a:lvl3pPr>
            <a:lvl4pPr algn="l">
              <a:defRPr sz="1050" b="1">
                <a:solidFill>
                  <a:srgbClr val="5B6B82"/>
                </a:solidFill>
              </a:defRPr>
            </a:lvl4pPr>
            <a:lvl5pPr algn="l">
              <a:defRPr sz="1050" b="1">
                <a:solidFill>
                  <a:srgbClr val="5B6B82"/>
                </a:solidFill>
              </a:defRPr>
            </a:lvl5pPr>
            <a:lvl6pPr algn="l">
              <a:defRPr sz="1050" b="1">
                <a:solidFill>
                  <a:srgbClr val="5B6B82"/>
                </a:solidFill>
              </a:defRPr>
            </a:lvl6pPr>
            <a:lvl7pPr algn="l">
              <a:defRPr sz="1050" b="1">
                <a:solidFill>
                  <a:srgbClr val="5B6B82"/>
                </a:solidFill>
              </a:defRPr>
            </a:lvl7pPr>
            <a:lvl8pPr algn="l">
              <a:defRPr sz="1050" b="1">
                <a:solidFill>
                  <a:srgbClr val="5B6B82"/>
                </a:solidFill>
              </a:defRPr>
            </a:lvl8pPr>
            <a:lvl9pPr algn="l">
              <a:defRPr sz="1050" b="1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B6B82"/>
                </a:solidFill>
              </a:defRPr>
            </a:pPr>
            <a:r>
              <a:rPr sz="1050" b="1">
                <a:solidFill>
                  <a:srgbClr val="5B6B82"/>
                </a:solidFill>
              </a:rPr>
              <a:t>SUPPLEMENTARY GROUP CHECK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5A80CF-9899-43C8-AA42-E3321C2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34000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425" b="1">
                <a:solidFill>
                  <a:srgbClr val="0B1F3A"/>
                </a:solidFill>
              </a:defRPr>
            </a:defPPr>
            <a:lvl1pPr algn="r">
              <a:defRPr sz="1425" b="1">
                <a:solidFill>
                  <a:srgbClr val="0B1F3A"/>
                </a:solidFill>
              </a:defRPr>
            </a:lvl1pPr>
            <a:lvl2pPr algn="r">
              <a:defRPr sz="1425" b="1">
                <a:solidFill>
                  <a:srgbClr val="0B1F3A"/>
                </a:solidFill>
              </a:defRPr>
            </a:lvl2pPr>
            <a:lvl3pPr algn="r">
              <a:defRPr sz="1425" b="1">
                <a:solidFill>
                  <a:srgbClr val="0B1F3A"/>
                </a:solidFill>
              </a:defRPr>
            </a:lvl3pPr>
            <a:lvl4pPr algn="r">
              <a:defRPr sz="1425" b="1">
                <a:solidFill>
                  <a:srgbClr val="0B1F3A"/>
                </a:solidFill>
              </a:defRPr>
            </a:lvl4pPr>
            <a:lvl5pPr algn="r">
              <a:defRPr sz="1425" b="1">
                <a:solidFill>
                  <a:srgbClr val="0B1F3A"/>
                </a:solidFill>
              </a:defRPr>
            </a:lvl5pPr>
            <a:lvl6pPr algn="r">
              <a:defRPr sz="1425" b="1">
                <a:solidFill>
                  <a:srgbClr val="0B1F3A"/>
                </a:solidFill>
              </a:defRPr>
            </a:lvl6pPr>
            <a:lvl7pPr algn="r">
              <a:defRPr sz="1425" b="1">
                <a:solidFill>
                  <a:srgbClr val="0B1F3A"/>
                </a:solidFill>
              </a:defRPr>
            </a:lvl7pPr>
            <a:lvl8pPr algn="r">
              <a:defRPr sz="1425" b="1">
                <a:solidFill>
                  <a:srgbClr val="0B1F3A"/>
                </a:solidFill>
              </a:defRPr>
            </a:lvl8pPr>
            <a:lvl9pPr algn="r">
              <a:defRPr sz="1425" b="1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Load &amp; Performance  |  Grafana k6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F834DF-0F6A-4C79-9526-9D5DF6E3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B6B82"/>
                </a:solidFill>
              </a:defRPr>
            </a:defPPr>
            <a:lvl1pPr algn="l">
              <a:defRPr sz="975" b="0">
                <a:solidFill>
                  <a:srgbClr val="5B6B82"/>
                </a:solidFill>
              </a:defRPr>
            </a:lvl1pPr>
            <a:lvl2pPr algn="l">
              <a:defRPr sz="975" b="0">
                <a:solidFill>
                  <a:srgbClr val="5B6B82"/>
                </a:solidFill>
              </a:defRPr>
            </a:lvl2pPr>
            <a:lvl3pPr algn="l">
              <a:defRPr sz="975" b="0">
                <a:solidFill>
                  <a:srgbClr val="5B6B82"/>
                </a:solidFill>
              </a:defRPr>
            </a:lvl3pPr>
            <a:lvl4pPr algn="l">
              <a:defRPr sz="975" b="0">
                <a:solidFill>
                  <a:srgbClr val="5B6B82"/>
                </a:solidFill>
              </a:defRPr>
            </a:lvl4pPr>
            <a:lvl5pPr algn="l">
              <a:defRPr sz="975" b="0">
                <a:solidFill>
                  <a:srgbClr val="5B6B82"/>
                </a:solidFill>
              </a:defRPr>
            </a:lvl5pPr>
            <a:lvl6pPr algn="l">
              <a:defRPr sz="975" b="0">
                <a:solidFill>
                  <a:srgbClr val="5B6B82"/>
                </a:solidFill>
              </a:defRPr>
            </a:lvl6pPr>
            <a:lvl7pPr algn="l">
              <a:defRPr sz="975" b="0">
                <a:solidFill>
                  <a:srgbClr val="5B6B82"/>
                </a:solidFill>
              </a:defRPr>
            </a:lvl7pPr>
            <a:lvl8pPr algn="l">
              <a:defRPr sz="975" b="0">
                <a:solidFill>
                  <a:srgbClr val="5B6B82"/>
                </a:solidFill>
              </a:defRPr>
            </a:lvl8pPr>
            <a:lvl9pPr algn="l">
              <a:defRPr sz="975" b="0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Catalogue/Inventory vertical slice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3B439D-E6FC-4534-A14D-F3380C30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38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B6B82"/>
                </a:solidFill>
              </a:defRPr>
            </a:defPPr>
            <a:lvl1pPr algn="r">
              <a:defRPr sz="975" b="1">
                <a:solidFill>
                  <a:srgbClr val="5B6B82"/>
                </a:solidFill>
              </a:defRPr>
            </a:lvl1pPr>
            <a:lvl2pPr algn="r">
              <a:defRPr sz="975" b="1">
                <a:solidFill>
                  <a:srgbClr val="5B6B82"/>
                </a:solidFill>
              </a:defRPr>
            </a:lvl2pPr>
            <a:lvl3pPr algn="r">
              <a:defRPr sz="975" b="1">
                <a:solidFill>
                  <a:srgbClr val="5B6B82"/>
                </a:solidFill>
              </a:defRPr>
            </a:lvl3pPr>
            <a:lvl4pPr algn="r">
              <a:defRPr sz="975" b="1">
                <a:solidFill>
                  <a:srgbClr val="5B6B82"/>
                </a:solidFill>
              </a:defRPr>
            </a:lvl4pPr>
            <a:lvl5pPr algn="r">
              <a:defRPr sz="975" b="1">
                <a:solidFill>
                  <a:srgbClr val="5B6B82"/>
                </a:solidFill>
              </a:defRPr>
            </a:lvl5pPr>
            <a:lvl6pPr algn="r">
              <a:defRPr sz="975" b="1">
                <a:solidFill>
                  <a:srgbClr val="5B6B82"/>
                </a:solidFill>
              </a:defRPr>
            </a:lvl6pPr>
            <a:lvl7pPr algn="r">
              <a:defRPr sz="975" b="1">
                <a:solidFill>
                  <a:srgbClr val="5B6B82"/>
                </a:solidFill>
              </a:defRPr>
            </a:lvl7pPr>
            <a:lvl8pPr algn="r">
              <a:defRPr sz="975" b="1">
                <a:solidFill>
                  <a:srgbClr val="5B6B82"/>
                </a:solidFill>
              </a:defRPr>
            </a:lvl8pPr>
            <a:lvl9pPr algn="r">
              <a:defRPr sz="975" b="1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B6B82"/>
                </a:solidFill>
              </a:defRPr>
            </a:pPr>
            <a:r>
              <a:rPr sz="975" b="1">
                <a:solidFill>
                  <a:srgbClr val="5B6B82"/>
                </a:solidFill>
              </a:rPr>
              <a:t>SE3112</a:t>
            </a:r>
          </a:p>
        </p:txBody>
      </p:sp>
    </p:spTree>
    <p:extLst>
      <p:ext uri="{BB962C8B-B14F-4D97-AF65-F5344CB8AC3E}">
        <p14:creationId xmlns:p14="http://schemas.microsoft.com/office/powerpoint/2010/main" val="4630892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5CF6D0-EBE2-470E-B8AA-B128F1C5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</a:defRPr>
            </a:defPPr>
            <a:lvl1pPr algn="l">
              <a:defRPr sz="2550" b="1">
                <a:solidFill>
                  <a:srgbClr val="0B1F3A"/>
                </a:solidFill>
              </a:defRPr>
            </a:lvl1pPr>
            <a:lvl2pPr algn="l">
              <a:defRPr sz="2550" b="1">
                <a:solidFill>
                  <a:srgbClr val="0B1F3A"/>
                </a:solidFill>
              </a:defRPr>
            </a:lvl2pPr>
            <a:lvl3pPr algn="l">
              <a:defRPr sz="2550" b="1">
                <a:solidFill>
                  <a:srgbClr val="0B1F3A"/>
                </a:solidFill>
              </a:defRPr>
            </a:lvl3pPr>
            <a:lvl4pPr algn="l">
              <a:defRPr sz="2550" b="1">
                <a:solidFill>
                  <a:srgbClr val="0B1F3A"/>
                </a:solidFill>
              </a:defRPr>
            </a:lvl4pPr>
            <a:lvl5pPr algn="l">
              <a:defRPr sz="2550" b="1">
                <a:solidFill>
                  <a:srgbClr val="0B1F3A"/>
                </a:solidFill>
              </a:defRPr>
            </a:lvl5pPr>
            <a:lvl6pPr algn="l">
              <a:defRPr sz="2550" b="1">
                <a:solidFill>
                  <a:srgbClr val="0B1F3A"/>
                </a:solidFill>
              </a:defRPr>
            </a:lvl6pPr>
            <a:lvl7pPr algn="l">
              <a:defRPr sz="2550" b="1">
                <a:solidFill>
                  <a:srgbClr val="0B1F3A"/>
                </a:solidFill>
              </a:defRPr>
            </a:lvl7pPr>
            <a:lvl8pPr algn="l">
              <a:defRPr sz="2550" b="1">
                <a:solidFill>
                  <a:srgbClr val="0B1F3A"/>
                </a:solidFill>
              </a:defRPr>
            </a:lvl8pPr>
            <a:lvl9pPr algn="l">
              <a:defRPr sz="2550" b="1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Unified GitHub Actions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69C56-3A84-4F80-8100-15E7B89F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1DB48-3122-4029-A5ED-CBEFB033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81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350" b="1">
                <a:solidFill>
                  <a:srgbClr val="5B6B82"/>
                </a:solidFill>
              </a:defRPr>
            </a:defPPr>
            <a:lvl1pPr algn="r">
              <a:defRPr sz="1350" b="1">
                <a:solidFill>
                  <a:srgbClr val="5B6B82"/>
                </a:solidFill>
              </a:defRPr>
            </a:lvl1pPr>
            <a:lvl2pPr algn="r">
              <a:defRPr sz="1350" b="1">
                <a:solidFill>
                  <a:srgbClr val="5B6B82"/>
                </a:solidFill>
              </a:defRPr>
            </a:lvl2pPr>
            <a:lvl3pPr algn="r">
              <a:defRPr sz="1350" b="1">
                <a:solidFill>
                  <a:srgbClr val="5B6B82"/>
                </a:solidFill>
              </a:defRPr>
            </a:lvl3pPr>
            <a:lvl4pPr algn="r">
              <a:defRPr sz="1350" b="1">
                <a:solidFill>
                  <a:srgbClr val="5B6B82"/>
                </a:solidFill>
              </a:defRPr>
            </a:lvl4pPr>
            <a:lvl5pPr algn="r">
              <a:defRPr sz="1350" b="1">
                <a:solidFill>
                  <a:srgbClr val="5B6B82"/>
                </a:solidFill>
              </a:defRPr>
            </a:lvl5pPr>
            <a:lvl6pPr algn="r">
              <a:defRPr sz="1350" b="1">
                <a:solidFill>
                  <a:srgbClr val="5B6B82"/>
                </a:solidFill>
              </a:defRPr>
            </a:lvl6pPr>
            <a:lvl7pPr algn="r">
              <a:defRPr sz="1350" b="1">
                <a:solidFill>
                  <a:srgbClr val="5B6B82"/>
                </a:solidFill>
              </a:defRPr>
            </a:lvl7pPr>
            <a:lvl8pPr algn="r">
              <a:defRPr sz="1350" b="1">
                <a:solidFill>
                  <a:srgbClr val="5B6B82"/>
                </a:solidFill>
              </a:defRPr>
            </a:lvl8pPr>
            <a:lvl9pPr algn="r">
              <a:defRPr sz="1350" b="1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5B6B82"/>
                </a:solidFill>
              </a:defRPr>
            </a:pPr>
            <a:r>
              <a:rPr sz="1350" b="1">
                <a:solidFill>
                  <a:srgbClr val="5B6B82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C8F5A-561B-45A9-A6C3-66408C8F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5B6B82"/>
                </a:solidFill>
              </a:defRPr>
            </a:defPPr>
            <a:lvl1pPr algn="l">
              <a:defRPr sz="1500" b="0">
                <a:solidFill>
                  <a:srgbClr val="5B6B82"/>
                </a:solidFill>
              </a:defRPr>
            </a:lvl1pPr>
            <a:lvl2pPr algn="l">
              <a:defRPr sz="1500" b="0">
                <a:solidFill>
                  <a:srgbClr val="5B6B82"/>
                </a:solidFill>
              </a:defRPr>
            </a:lvl2pPr>
            <a:lvl3pPr algn="l">
              <a:defRPr sz="1500" b="0">
                <a:solidFill>
                  <a:srgbClr val="5B6B82"/>
                </a:solidFill>
              </a:defRPr>
            </a:lvl3pPr>
            <a:lvl4pPr algn="l">
              <a:defRPr sz="1500" b="0">
                <a:solidFill>
                  <a:srgbClr val="5B6B82"/>
                </a:solidFill>
              </a:defRPr>
            </a:lvl4pPr>
            <a:lvl5pPr algn="l">
              <a:defRPr sz="1500" b="0">
                <a:solidFill>
                  <a:srgbClr val="5B6B82"/>
                </a:solidFill>
              </a:defRPr>
            </a:lvl5pPr>
            <a:lvl6pPr algn="l">
              <a:defRPr sz="1500" b="0">
                <a:solidFill>
                  <a:srgbClr val="5B6B82"/>
                </a:solidFill>
              </a:defRPr>
            </a:lvl6pPr>
            <a:lvl7pPr algn="l">
              <a:defRPr sz="1500" b="0">
                <a:solidFill>
                  <a:srgbClr val="5B6B82"/>
                </a:solidFill>
              </a:defRPr>
            </a:lvl7pPr>
            <a:lvl8pPr algn="l">
              <a:defRPr sz="1500" b="0">
                <a:solidFill>
                  <a:srgbClr val="5B6B82"/>
                </a:solidFill>
              </a:defRPr>
            </a:lvl8pPr>
            <a:lvl9pPr algn="l">
              <a:defRPr sz="1500" b="0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6B82"/>
                </a:solidFill>
              </a:defRPr>
            </a:pPr>
            <a:r>
              <a:rPr sz="1500" b="0">
                <a:solidFill>
                  <a:srgbClr val="5B6B82"/>
                </a:solidFill>
              </a:rPr>
              <a:t>Existing workflows remain separate and the parent workflow calls them as parallel jobs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EC411-AF37-4EE2-A94A-CC906856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219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ADC57-E736-4187-8E2D-F570284C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Push  /  PR  /  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CC822-F075-4ECB-B92F-B67951BC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0275"/>
            <a:ext cx="523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027E8-99DD-4C48-92DD-70D34B9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0975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9525">
            <a:solidFill>
              <a:srgbClr val="146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86A7D-B8C6-4C8A-AF98-E2473095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66900"/>
            <a:ext cx="300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ASE Unified Testing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64A84-7BDC-4D10-B615-0D621C2C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00275"/>
            <a:ext cx="523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B623C-8499-4C7D-B20C-78636174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04950"/>
            <a:ext cx="2714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6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ADEE3-A4C5-4190-8AB6-96DAAD69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</a:defRPr>
            </a:defPPr>
            <a:lvl1pPr algn="l">
              <a:defRPr sz="1350" b="1">
                <a:solidFill>
                  <a:srgbClr val="0B1F3A"/>
                </a:solidFill>
              </a:defRPr>
            </a:lvl1pPr>
            <a:lvl2pPr algn="l">
              <a:defRPr sz="1350" b="1">
                <a:solidFill>
                  <a:srgbClr val="0B1F3A"/>
                </a:solidFill>
              </a:defRPr>
            </a:lvl2pPr>
            <a:lvl3pPr algn="l">
              <a:defRPr sz="1350" b="1">
                <a:solidFill>
                  <a:srgbClr val="0B1F3A"/>
                </a:solidFill>
              </a:defRPr>
            </a:lvl3pPr>
            <a:lvl4pPr algn="l">
              <a:defRPr sz="1350" b="1">
                <a:solidFill>
                  <a:srgbClr val="0B1F3A"/>
                </a:solidFill>
              </a:defRPr>
            </a:lvl4pPr>
            <a:lvl5pPr algn="l">
              <a:defRPr sz="1350" b="1">
                <a:solidFill>
                  <a:srgbClr val="0B1F3A"/>
                </a:solidFill>
              </a:defRPr>
            </a:lvl5pPr>
            <a:lvl6pPr algn="l">
              <a:defRPr sz="1350" b="1">
                <a:solidFill>
                  <a:srgbClr val="0B1F3A"/>
                </a:solidFill>
              </a:defRPr>
            </a:lvl6pPr>
            <a:lvl7pPr algn="l">
              <a:defRPr sz="1350" b="1">
                <a:solidFill>
                  <a:srgbClr val="0B1F3A"/>
                </a:solidFill>
              </a:defRPr>
            </a:lvl7pPr>
            <a:lvl8pPr algn="l">
              <a:defRPr sz="1350" b="1">
                <a:solidFill>
                  <a:srgbClr val="0B1F3A"/>
                </a:solidFill>
              </a:defRPr>
            </a:lvl8pPr>
            <a:lvl9pPr algn="l">
              <a:defRPr sz="1350" b="1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1  Unit &amp; Mocking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F60C7-4211-45FA-ADC9-196220C7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2714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B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0632A-CDDC-404D-98CD-92BB1691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</a:defRPr>
            </a:defPPr>
            <a:lvl1pPr algn="l">
              <a:defRPr sz="1350" b="1">
                <a:solidFill>
                  <a:srgbClr val="0B1F3A"/>
                </a:solidFill>
              </a:defRPr>
            </a:lvl1pPr>
            <a:lvl2pPr algn="l">
              <a:defRPr sz="1350" b="1">
                <a:solidFill>
                  <a:srgbClr val="0B1F3A"/>
                </a:solidFill>
              </a:defRPr>
            </a:lvl2pPr>
            <a:lvl3pPr algn="l">
              <a:defRPr sz="1350" b="1">
                <a:solidFill>
                  <a:srgbClr val="0B1F3A"/>
                </a:solidFill>
              </a:defRPr>
            </a:lvl3pPr>
            <a:lvl4pPr algn="l">
              <a:defRPr sz="1350" b="1">
                <a:solidFill>
                  <a:srgbClr val="0B1F3A"/>
                </a:solidFill>
              </a:defRPr>
            </a:lvl4pPr>
            <a:lvl5pPr algn="l">
              <a:defRPr sz="1350" b="1">
                <a:solidFill>
                  <a:srgbClr val="0B1F3A"/>
                </a:solidFill>
              </a:defRPr>
            </a:lvl5pPr>
            <a:lvl6pPr algn="l">
              <a:defRPr sz="1350" b="1">
                <a:solidFill>
                  <a:srgbClr val="0B1F3A"/>
                </a:solidFill>
              </a:defRPr>
            </a:lvl6pPr>
            <a:lvl7pPr algn="l">
              <a:defRPr sz="1350" b="1">
                <a:solidFill>
                  <a:srgbClr val="0B1F3A"/>
                </a:solidFill>
              </a:defRPr>
            </a:lvl7pPr>
            <a:lvl8pPr algn="l">
              <a:defRPr sz="1350" b="1">
                <a:solidFill>
                  <a:srgbClr val="0B1F3A"/>
                </a:solidFill>
              </a:defRPr>
            </a:lvl8pPr>
            <a:lvl9pPr algn="l">
              <a:defRPr sz="1350" b="1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2  Mutation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CD0AC-AF82-4A28-B305-1536A81B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81350"/>
            <a:ext cx="2714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B8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66C12-DC18-4800-AB5A-005407E4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</a:defRPr>
            </a:defPPr>
            <a:lvl1pPr algn="l">
              <a:defRPr sz="1350" b="1">
                <a:solidFill>
                  <a:srgbClr val="0B1F3A"/>
                </a:solidFill>
              </a:defRPr>
            </a:lvl1pPr>
            <a:lvl2pPr algn="l">
              <a:defRPr sz="1350" b="1">
                <a:solidFill>
                  <a:srgbClr val="0B1F3A"/>
                </a:solidFill>
              </a:defRPr>
            </a:lvl2pPr>
            <a:lvl3pPr algn="l">
              <a:defRPr sz="1350" b="1">
                <a:solidFill>
                  <a:srgbClr val="0B1F3A"/>
                </a:solidFill>
              </a:defRPr>
            </a:lvl3pPr>
            <a:lvl4pPr algn="l">
              <a:defRPr sz="1350" b="1">
                <a:solidFill>
                  <a:srgbClr val="0B1F3A"/>
                </a:solidFill>
              </a:defRPr>
            </a:lvl4pPr>
            <a:lvl5pPr algn="l">
              <a:defRPr sz="1350" b="1">
                <a:solidFill>
                  <a:srgbClr val="0B1F3A"/>
                </a:solidFill>
              </a:defRPr>
            </a:lvl5pPr>
            <a:lvl6pPr algn="l">
              <a:defRPr sz="1350" b="1">
                <a:solidFill>
                  <a:srgbClr val="0B1F3A"/>
                </a:solidFill>
              </a:defRPr>
            </a:lvl6pPr>
            <a:lvl7pPr algn="l">
              <a:defRPr sz="1350" b="1">
                <a:solidFill>
                  <a:srgbClr val="0B1F3A"/>
                </a:solidFill>
              </a:defRPr>
            </a:lvl7pPr>
            <a:lvl8pPr algn="l">
              <a:defRPr sz="1350" b="1">
                <a:solidFill>
                  <a:srgbClr val="0B1F3A"/>
                </a:solidFill>
              </a:defRPr>
            </a:lvl8pPr>
            <a:lvl9pPr algn="l">
              <a:defRPr sz="1350" b="1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3  UI / E2E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116A6-E4D6-46A6-871E-96AA68D0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19550"/>
            <a:ext cx="2714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A6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90B19-27A5-4269-A026-A101C7DF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</a:defRPr>
            </a:defPPr>
            <a:lvl1pPr algn="l">
              <a:defRPr sz="1350" b="1">
                <a:solidFill>
                  <a:srgbClr val="0B1F3A"/>
                </a:solidFill>
              </a:defRPr>
            </a:lvl1pPr>
            <a:lvl2pPr algn="l">
              <a:defRPr sz="1350" b="1">
                <a:solidFill>
                  <a:srgbClr val="0B1F3A"/>
                </a:solidFill>
              </a:defRPr>
            </a:lvl2pPr>
            <a:lvl3pPr algn="l">
              <a:defRPr sz="1350" b="1">
                <a:solidFill>
                  <a:srgbClr val="0B1F3A"/>
                </a:solidFill>
              </a:defRPr>
            </a:lvl3pPr>
            <a:lvl4pPr algn="l">
              <a:defRPr sz="1350" b="1">
                <a:solidFill>
                  <a:srgbClr val="0B1F3A"/>
                </a:solidFill>
              </a:defRPr>
            </a:lvl4pPr>
            <a:lvl5pPr algn="l">
              <a:defRPr sz="1350" b="1">
                <a:solidFill>
                  <a:srgbClr val="0B1F3A"/>
                </a:solidFill>
              </a:defRPr>
            </a:lvl5pPr>
            <a:lvl6pPr algn="l">
              <a:defRPr sz="1350" b="1">
                <a:solidFill>
                  <a:srgbClr val="0B1F3A"/>
                </a:solidFill>
              </a:defRPr>
            </a:lvl6pPr>
            <a:lvl7pPr algn="l">
              <a:defRPr sz="1350" b="1">
                <a:solidFill>
                  <a:srgbClr val="0B1F3A"/>
                </a:solidFill>
              </a:defRPr>
            </a:lvl7pPr>
            <a:lvl8pPr algn="l">
              <a:defRPr sz="1350" b="1">
                <a:solidFill>
                  <a:srgbClr val="0B1F3A"/>
                </a:solidFill>
              </a:defRPr>
            </a:lvl8pPr>
            <a:lvl9pPr algn="l">
              <a:defRPr sz="1350" b="1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4  Code 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D5D68-65B2-42DA-9FB1-5CF66D75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57750"/>
            <a:ext cx="2714625" cy="590550"/>
          </a:xfrm>
          <a:prstGeom xmlns:a="http://schemas.openxmlformats.org/drawingml/2006/main" prst="roundRect">
            <a:avLst>
              <a:gd name="adj" fmla="val 1290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B6B8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95647-BA2E-48D4-A6C5-6034067F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3395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5B6B82"/>
                </a:solidFill>
              </a:defRPr>
            </a:defPPr>
            <a:lvl1pPr algn="l">
              <a:defRPr sz="1350" b="1">
                <a:solidFill>
                  <a:srgbClr val="5B6B82"/>
                </a:solidFill>
              </a:defRPr>
            </a:lvl1pPr>
            <a:lvl2pPr algn="l">
              <a:defRPr sz="1350" b="1">
                <a:solidFill>
                  <a:srgbClr val="5B6B82"/>
                </a:solidFill>
              </a:defRPr>
            </a:lvl2pPr>
            <a:lvl3pPr algn="l">
              <a:defRPr sz="1350" b="1">
                <a:solidFill>
                  <a:srgbClr val="5B6B82"/>
                </a:solidFill>
              </a:defRPr>
            </a:lvl3pPr>
            <a:lvl4pPr algn="l">
              <a:defRPr sz="1350" b="1">
                <a:solidFill>
                  <a:srgbClr val="5B6B82"/>
                </a:solidFill>
              </a:defRPr>
            </a:lvl4pPr>
            <a:lvl5pPr algn="l">
              <a:defRPr sz="1350" b="1">
                <a:solidFill>
                  <a:srgbClr val="5B6B82"/>
                </a:solidFill>
              </a:defRPr>
            </a:lvl5pPr>
            <a:lvl6pPr algn="l">
              <a:defRPr sz="1350" b="1">
                <a:solidFill>
                  <a:srgbClr val="5B6B82"/>
                </a:solidFill>
              </a:defRPr>
            </a:lvl6pPr>
            <a:lvl7pPr algn="l">
              <a:defRPr sz="1350" b="1">
                <a:solidFill>
                  <a:srgbClr val="5B6B82"/>
                </a:solidFill>
              </a:defRPr>
            </a:lvl7pPr>
            <a:lvl8pPr algn="l">
              <a:defRPr sz="1350" b="1">
                <a:solidFill>
                  <a:srgbClr val="5B6B82"/>
                </a:solidFill>
              </a:defRPr>
            </a:lvl8pPr>
            <a:lvl9pPr algn="l">
              <a:defRPr sz="1350" b="1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B6B82"/>
                </a:solidFill>
              </a:defRPr>
            </a:pPr>
            <a:r>
              <a:rPr sz="1350" b="1">
                <a:solidFill>
                  <a:srgbClr val="5B6B82"/>
                </a:solidFill>
              </a:rPr>
              <a:t>+  Performance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E0E62-7D99-4E0B-9A4B-CB113B95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62125"/>
            <a:ext cx="4191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AAE2B2-3963-4FED-84EE-BC91C203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390900"/>
            <a:ext cx="333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870E8-1627-4BE0-BCC7-E94364A6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952750"/>
            <a:ext cx="114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995319-BD5A-41AC-912F-C06C898E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009900"/>
            <a:ext cx="91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  <a:lvl1pPr algn="ctr">
              <a:defRPr sz="1200" b="1">
                <a:solidFill>
                  <a:srgbClr val="FFFFFF"/>
                </a:solidFill>
              </a:defRPr>
            </a:lvl1pPr>
            <a:lvl2pPr algn="ctr">
              <a:defRPr sz="1200" b="1">
                <a:solidFill>
                  <a:srgbClr val="FFFFFF"/>
                </a:solidFill>
              </a:defRPr>
            </a:lvl2pPr>
            <a:lvl3pPr algn="ctr">
              <a:defRPr sz="1200" b="1">
                <a:solidFill>
                  <a:srgbClr val="FFFFFF"/>
                </a:solidFill>
              </a:defRPr>
            </a:lvl3pPr>
            <a:lvl4pPr algn="ctr">
              <a:defRPr sz="1200" b="1">
                <a:solidFill>
                  <a:srgbClr val="FFFFFF"/>
                </a:solidFill>
              </a:defRPr>
            </a:lvl4pPr>
            <a:lvl5pPr algn="ctr">
              <a:defRPr sz="1200" b="1">
                <a:solidFill>
                  <a:srgbClr val="FFFFFF"/>
                </a:solidFill>
              </a:defRPr>
            </a:lvl5pPr>
            <a:lvl6pPr algn="ctr">
              <a:defRPr sz="1200" b="1">
                <a:solidFill>
                  <a:srgbClr val="FFFFFF"/>
                </a:solidFill>
              </a:defRPr>
            </a:lvl6pPr>
            <a:lvl7pPr algn="ctr">
              <a:defRPr sz="1200" b="1">
                <a:solidFill>
                  <a:srgbClr val="FFFFFF"/>
                </a:solidFill>
              </a:defRPr>
            </a:lvl7pPr>
            <a:lvl8pPr algn="ctr">
              <a:defRPr sz="1200" b="1">
                <a:solidFill>
                  <a:srgbClr val="FFFFFF"/>
                </a:solidFill>
              </a:defRPr>
            </a:lvl8pPr>
            <a:lvl9pPr algn="ctr"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Unified result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+ artifacts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9FF4C0-4A15-4EAD-93A6-CEB7C605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6B82"/>
                </a:solidFill>
              </a:defRPr>
            </a:defPPr>
            <a:lvl1pPr algn="l">
              <a:defRPr sz="1125" b="0">
                <a:solidFill>
                  <a:srgbClr val="5B6B82"/>
                </a:solidFill>
              </a:defRPr>
            </a:lvl1pPr>
            <a:lvl2pPr algn="l">
              <a:defRPr sz="1125" b="0">
                <a:solidFill>
                  <a:srgbClr val="5B6B82"/>
                </a:solidFill>
              </a:defRPr>
            </a:lvl2pPr>
            <a:lvl3pPr algn="l">
              <a:defRPr sz="1125" b="0">
                <a:solidFill>
                  <a:srgbClr val="5B6B82"/>
                </a:solidFill>
              </a:defRPr>
            </a:lvl3pPr>
            <a:lvl4pPr algn="l">
              <a:defRPr sz="1125" b="0">
                <a:solidFill>
                  <a:srgbClr val="5B6B82"/>
                </a:solidFill>
              </a:defRPr>
            </a:lvl4pPr>
            <a:lvl5pPr algn="l">
              <a:defRPr sz="1125" b="0">
                <a:solidFill>
                  <a:srgbClr val="5B6B82"/>
                </a:solidFill>
              </a:defRPr>
            </a:lvl5pPr>
            <a:lvl6pPr algn="l">
              <a:defRPr sz="1125" b="0">
                <a:solidFill>
                  <a:srgbClr val="5B6B82"/>
                </a:solidFill>
              </a:defRPr>
            </a:lvl6pPr>
            <a:lvl7pPr algn="l">
              <a:defRPr sz="1125" b="0">
                <a:solidFill>
                  <a:srgbClr val="5B6B82"/>
                </a:solidFill>
              </a:defRPr>
            </a:lvl7pPr>
            <a:lvl8pPr algn="l">
              <a:defRPr sz="1125" b="0">
                <a:solidFill>
                  <a:srgbClr val="5B6B82"/>
                </a:solidFill>
              </a:defRPr>
            </a:lvl8pPr>
            <a:lvl9pPr algn="l">
              <a:defRPr sz="1125" b="0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Solid rows = official roles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FEFF2D-DAEE-4B5B-A372-41E82B27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29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6B82"/>
                </a:solidFill>
              </a:defRPr>
            </a:defPPr>
            <a:lvl1pPr algn="l">
              <a:defRPr sz="1125" b="0">
                <a:solidFill>
                  <a:srgbClr val="5B6B82"/>
                </a:solidFill>
              </a:defRPr>
            </a:lvl1pPr>
            <a:lvl2pPr algn="l">
              <a:defRPr sz="1125" b="0">
                <a:solidFill>
                  <a:srgbClr val="5B6B82"/>
                </a:solidFill>
              </a:defRPr>
            </a:lvl2pPr>
            <a:lvl3pPr algn="l">
              <a:defRPr sz="1125" b="0">
                <a:solidFill>
                  <a:srgbClr val="5B6B82"/>
                </a:solidFill>
              </a:defRPr>
            </a:lvl3pPr>
            <a:lvl4pPr algn="l">
              <a:defRPr sz="1125" b="0">
                <a:solidFill>
                  <a:srgbClr val="5B6B82"/>
                </a:solidFill>
              </a:defRPr>
            </a:lvl4pPr>
            <a:lvl5pPr algn="l">
              <a:defRPr sz="1125" b="0">
                <a:solidFill>
                  <a:srgbClr val="5B6B82"/>
                </a:solidFill>
              </a:defRPr>
            </a:lvl5pPr>
            <a:lvl6pPr algn="l">
              <a:defRPr sz="1125" b="0">
                <a:solidFill>
                  <a:srgbClr val="5B6B82"/>
                </a:solidFill>
              </a:defRPr>
            </a:lvl6pPr>
            <a:lvl7pPr algn="l">
              <a:defRPr sz="1125" b="0">
                <a:solidFill>
                  <a:srgbClr val="5B6B82"/>
                </a:solidFill>
              </a:defRPr>
            </a:lvl7pPr>
            <a:lvl8pPr algn="l">
              <a:defRPr sz="1125" b="0">
                <a:solidFill>
                  <a:srgbClr val="5B6B82"/>
                </a:solidFill>
              </a:defRPr>
            </a:lvl8pPr>
            <a:lvl9pPr algn="l">
              <a:defRPr sz="1125" b="0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Outlined row = supplementary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C9FEDD-DD14-441E-A957-60FE5092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B6B82"/>
                </a:solidFill>
              </a:defRPr>
            </a:defPPr>
            <a:lvl1pPr algn="l">
              <a:defRPr sz="975" b="0">
                <a:solidFill>
                  <a:srgbClr val="5B6B82"/>
                </a:solidFill>
              </a:defRPr>
            </a:lvl1pPr>
            <a:lvl2pPr algn="l">
              <a:defRPr sz="975" b="0">
                <a:solidFill>
                  <a:srgbClr val="5B6B82"/>
                </a:solidFill>
              </a:defRPr>
            </a:lvl2pPr>
            <a:lvl3pPr algn="l">
              <a:defRPr sz="975" b="0">
                <a:solidFill>
                  <a:srgbClr val="5B6B82"/>
                </a:solidFill>
              </a:defRPr>
            </a:lvl3pPr>
            <a:lvl4pPr algn="l">
              <a:defRPr sz="975" b="0">
                <a:solidFill>
                  <a:srgbClr val="5B6B82"/>
                </a:solidFill>
              </a:defRPr>
            </a:lvl4pPr>
            <a:lvl5pPr algn="l">
              <a:defRPr sz="975" b="0">
                <a:solidFill>
                  <a:srgbClr val="5B6B82"/>
                </a:solidFill>
              </a:defRPr>
            </a:lvl5pPr>
            <a:lvl6pPr algn="l">
              <a:defRPr sz="975" b="0">
                <a:solidFill>
                  <a:srgbClr val="5B6B82"/>
                </a:solidFill>
              </a:defRPr>
            </a:lvl6pPr>
            <a:lvl7pPr algn="l">
              <a:defRPr sz="975" b="0">
                <a:solidFill>
                  <a:srgbClr val="5B6B82"/>
                </a:solidFill>
              </a:defRPr>
            </a:lvl7pPr>
            <a:lvl8pPr algn="l">
              <a:defRPr sz="975" b="0">
                <a:solidFill>
                  <a:srgbClr val="5B6B82"/>
                </a:solidFill>
              </a:defRPr>
            </a:lvl8pPr>
            <a:lvl9pPr algn="l">
              <a:defRPr sz="975" b="0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Catalogue/Inventory vertical slice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B09AF8-C4B9-4381-947A-67AEE1C9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38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B6B82"/>
                </a:solidFill>
              </a:defRPr>
            </a:defPPr>
            <a:lvl1pPr algn="r">
              <a:defRPr sz="975" b="1">
                <a:solidFill>
                  <a:srgbClr val="5B6B82"/>
                </a:solidFill>
              </a:defRPr>
            </a:lvl1pPr>
            <a:lvl2pPr algn="r">
              <a:defRPr sz="975" b="1">
                <a:solidFill>
                  <a:srgbClr val="5B6B82"/>
                </a:solidFill>
              </a:defRPr>
            </a:lvl2pPr>
            <a:lvl3pPr algn="r">
              <a:defRPr sz="975" b="1">
                <a:solidFill>
                  <a:srgbClr val="5B6B82"/>
                </a:solidFill>
              </a:defRPr>
            </a:lvl3pPr>
            <a:lvl4pPr algn="r">
              <a:defRPr sz="975" b="1">
                <a:solidFill>
                  <a:srgbClr val="5B6B82"/>
                </a:solidFill>
              </a:defRPr>
            </a:lvl4pPr>
            <a:lvl5pPr algn="r">
              <a:defRPr sz="975" b="1">
                <a:solidFill>
                  <a:srgbClr val="5B6B82"/>
                </a:solidFill>
              </a:defRPr>
            </a:lvl5pPr>
            <a:lvl6pPr algn="r">
              <a:defRPr sz="975" b="1">
                <a:solidFill>
                  <a:srgbClr val="5B6B82"/>
                </a:solidFill>
              </a:defRPr>
            </a:lvl6pPr>
            <a:lvl7pPr algn="r">
              <a:defRPr sz="975" b="1">
                <a:solidFill>
                  <a:srgbClr val="5B6B82"/>
                </a:solidFill>
              </a:defRPr>
            </a:lvl7pPr>
            <a:lvl8pPr algn="r">
              <a:defRPr sz="975" b="1">
                <a:solidFill>
                  <a:srgbClr val="5B6B82"/>
                </a:solidFill>
              </a:defRPr>
            </a:lvl8pPr>
            <a:lvl9pPr algn="r">
              <a:defRPr sz="975" b="1">
                <a:solidFill>
                  <a:srgbClr val="5B6B82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B6B82"/>
                </a:solidFill>
              </a:defRPr>
            </a:pPr>
            <a:r>
              <a:rPr sz="975" b="1">
                <a:solidFill>
                  <a:srgbClr val="5B6B82"/>
                </a:solidFill>
              </a:rPr>
              <a:t>SE3112</a:t>
            </a:r>
          </a:p>
        </p:txBody>
      </p:sp>
    </p:spTree>
    <p:extLst>
      <p:ext uri="{BB962C8B-B14F-4D97-AF65-F5344CB8AC3E}">
        <p14:creationId xmlns:p14="http://schemas.microsoft.com/office/powerpoint/2010/main" val="20503405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C3D61C-B471-44F6-854D-2CD00B6B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Live demo and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196CF-5112-48D3-A639-BE8F2DB1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19A67-75A9-4CB1-9DE8-85F45A6F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81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350" b="1">
                <a:solidFill>
                  <a:srgbClr val="9FB3C8"/>
                </a:solidFill>
              </a:defRPr>
            </a:defPPr>
            <a:lvl1pPr algn="r">
              <a:defRPr sz="1350" b="1">
                <a:solidFill>
                  <a:srgbClr val="9FB3C8"/>
                </a:solidFill>
              </a:defRPr>
            </a:lvl1pPr>
            <a:lvl2pPr algn="r">
              <a:defRPr sz="1350" b="1">
                <a:solidFill>
                  <a:srgbClr val="9FB3C8"/>
                </a:solidFill>
              </a:defRPr>
            </a:lvl2pPr>
            <a:lvl3pPr algn="r">
              <a:defRPr sz="1350" b="1">
                <a:solidFill>
                  <a:srgbClr val="9FB3C8"/>
                </a:solidFill>
              </a:defRPr>
            </a:lvl3pPr>
            <a:lvl4pPr algn="r">
              <a:defRPr sz="1350" b="1">
                <a:solidFill>
                  <a:srgbClr val="9FB3C8"/>
                </a:solidFill>
              </a:defRPr>
            </a:lvl4pPr>
            <a:lvl5pPr algn="r">
              <a:defRPr sz="1350" b="1">
                <a:solidFill>
                  <a:srgbClr val="9FB3C8"/>
                </a:solidFill>
              </a:defRPr>
            </a:lvl5pPr>
            <a:lvl6pPr algn="r">
              <a:defRPr sz="1350" b="1">
                <a:solidFill>
                  <a:srgbClr val="9FB3C8"/>
                </a:solidFill>
              </a:defRPr>
            </a:lvl6pPr>
            <a:lvl7pPr algn="r">
              <a:defRPr sz="1350" b="1">
                <a:solidFill>
                  <a:srgbClr val="9FB3C8"/>
                </a:solidFill>
              </a:defRPr>
            </a:lvl7pPr>
            <a:lvl8pPr algn="r">
              <a:defRPr sz="1350" b="1">
                <a:solidFill>
                  <a:srgbClr val="9FB3C8"/>
                </a:solidFill>
              </a:defRPr>
            </a:lvl8pPr>
            <a:lvl9pPr algn="r">
              <a:defRPr sz="1350" b="1">
                <a:solidFill>
                  <a:srgbClr val="9FB3C8"/>
                </a:solidFill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9FB3C8"/>
                </a:solidFill>
              </a:defRPr>
            </a:pPr>
            <a:r>
              <a:rPr sz="1350" b="1">
                <a:solidFill>
                  <a:srgbClr val="9FB3C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F1286-7573-4586-95AB-7915675F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FDCE3"/>
                </a:solidFill>
              </a:defRPr>
            </a:defPPr>
            <a:lvl1pPr algn="l">
              <a:defRPr sz="1575" b="1">
                <a:solidFill>
                  <a:srgbClr val="8FDCE3"/>
                </a:solidFill>
              </a:defRPr>
            </a:lvl1pPr>
            <a:lvl2pPr algn="l">
              <a:defRPr sz="1575" b="1">
                <a:solidFill>
                  <a:srgbClr val="8FDCE3"/>
                </a:solidFill>
              </a:defRPr>
            </a:lvl2pPr>
            <a:lvl3pPr algn="l">
              <a:defRPr sz="1575" b="1">
                <a:solidFill>
                  <a:srgbClr val="8FDCE3"/>
                </a:solidFill>
              </a:defRPr>
            </a:lvl3pPr>
            <a:lvl4pPr algn="l">
              <a:defRPr sz="1575" b="1">
                <a:solidFill>
                  <a:srgbClr val="8FDCE3"/>
                </a:solidFill>
              </a:defRPr>
            </a:lvl4pPr>
            <a:lvl5pPr algn="l">
              <a:defRPr sz="1575" b="1">
                <a:solidFill>
                  <a:srgbClr val="8FDCE3"/>
                </a:solidFill>
              </a:defRPr>
            </a:lvl5pPr>
            <a:lvl6pPr algn="l">
              <a:defRPr sz="1575" b="1">
                <a:solidFill>
                  <a:srgbClr val="8FDCE3"/>
                </a:solidFill>
              </a:defRPr>
            </a:lvl6pPr>
            <a:lvl7pPr algn="l">
              <a:defRPr sz="1575" b="1">
                <a:solidFill>
                  <a:srgbClr val="8FDCE3"/>
                </a:solidFill>
              </a:defRPr>
            </a:lvl7pPr>
            <a:lvl8pPr algn="l">
              <a:defRPr sz="1575" b="1">
                <a:solidFill>
                  <a:srgbClr val="8FDCE3"/>
                </a:solidFill>
              </a:defRPr>
            </a:lvl8pPr>
            <a:lvl9pPr algn="l">
              <a:defRPr sz="1575" b="1">
                <a:solidFill>
                  <a:srgbClr val="8FDCE3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FDCE3"/>
                </a:solidFill>
              </a:defRPr>
            </a:pPr>
            <a:r>
              <a:rPr sz="1575" b="1">
                <a:solidFill>
                  <a:srgbClr val="8FDCE3"/>
                </a:solidFill>
              </a:rPr>
              <a:t>12-minute group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2978E-94D9-432C-B29F-FF5E8992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8FDCE3"/>
                </a:solidFill>
              </a:defRPr>
            </a:defPPr>
            <a:lvl1pPr algn="l">
              <a:defRPr sz="1200" b="1">
                <a:solidFill>
                  <a:srgbClr val="8FDCE3"/>
                </a:solidFill>
              </a:defRPr>
            </a:lvl1pPr>
            <a:lvl2pPr algn="l">
              <a:defRPr sz="1200" b="1">
                <a:solidFill>
                  <a:srgbClr val="8FDCE3"/>
                </a:solidFill>
              </a:defRPr>
            </a:lvl2pPr>
            <a:lvl3pPr algn="l">
              <a:defRPr sz="1200" b="1">
                <a:solidFill>
                  <a:srgbClr val="8FDCE3"/>
                </a:solidFill>
              </a:defRPr>
            </a:lvl3pPr>
            <a:lvl4pPr algn="l">
              <a:defRPr sz="1200" b="1">
                <a:solidFill>
                  <a:srgbClr val="8FDCE3"/>
                </a:solidFill>
              </a:defRPr>
            </a:lvl4pPr>
            <a:lvl5pPr algn="l">
              <a:defRPr sz="1200" b="1">
                <a:solidFill>
                  <a:srgbClr val="8FDCE3"/>
                </a:solidFill>
              </a:defRPr>
            </a:lvl5pPr>
            <a:lvl6pPr algn="l">
              <a:defRPr sz="1200" b="1">
                <a:solidFill>
                  <a:srgbClr val="8FDCE3"/>
                </a:solidFill>
              </a:defRPr>
            </a:lvl6pPr>
            <a:lvl7pPr algn="l">
              <a:defRPr sz="1200" b="1">
                <a:solidFill>
                  <a:srgbClr val="8FDCE3"/>
                </a:solidFill>
              </a:defRPr>
            </a:lvl7pPr>
            <a:lvl8pPr algn="l">
              <a:defRPr sz="1200" b="1">
                <a:solidFill>
                  <a:srgbClr val="8FDCE3"/>
                </a:solidFill>
              </a:defRPr>
            </a:lvl8pPr>
            <a:lvl9pPr algn="l">
              <a:defRPr sz="1200" b="1">
                <a:solidFill>
                  <a:srgbClr val="8FDCE3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8FDCE3"/>
                </a:solidFill>
              </a:defRPr>
            </a:pPr>
            <a:r>
              <a:rPr sz="1200" b="1">
                <a:solidFill>
                  <a:srgbClr val="8FDCE3"/>
                </a:solidFill>
              </a:rPr>
              <a:t>0–2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43DFE-95B5-49EB-8D1D-BCEE957E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573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Member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2A769-7905-4F2E-BE18-8C2624AB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5735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9E6F2"/>
                </a:solidFill>
              </a:defRPr>
            </a:defPPr>
            <a:lvl1pPr algn="l">
              <a:defRPr sz="1275" b="0">
                <a:solidFill>
                  <a:srgbClr val="D9E6F2"/>
                </a:solidFill>
              </a:defRPr>
            </a:lvl1pPr>
            <a:lvl2pPr algn="l">
              <a:defRPr sz="1275" b="0">
                <a:solidFill>
                  <a:srgbClr val="D9E6F2"/>
                </a:solidFill>
              </a:defRPr>
            </a:lvl2pPr>
            <a:lvl3pPr algn="l">
              <a:defRPr sz="1275" b="0">
                <a:solidFill>
                  <a:srgbClr val="D9E6F2"/>
                </a:solidFill>
              </a:defRPr>
            </a:lvl3pPr>
            <a:lvl4pPr algn="l">
              <a:defRPr sz="1275" b="0">
                <a:solidFill>
                  <a:srgbClr val="D9E6F2"/>
                </a:solidFill>
              </a:defRPr>
            </a:lvl4pPr>
            <a:lvl5pPr algn="l">
              <a:defRPr sz="1275" b="0">
                <a:solidFill>
                  <a:srgbClr val="D9E6F2"/>
                </a:solidFill>
              </a:defRPr>
            </a:lvl5pPr>
            <a:lvl6pPr algn="l">
              <a:defRPr sz="1275" b="0">
                <a:solidFill>
                  <a:srgbClr val="D9E6F2"/>
                </a:solidFill>
              </a:defRPr>
            </a:lvl6pPr>
            <a:lvl7pPr algn="l">
              <a:defRPr sz="1275" b="0">
                <a:solidFill>
                  <a:srgbClr val="D9E6F2"/>
                </a:solidFill>
              </a:defRPr>
            </a:lvl7pPr>
            <a:lvl8pPr algn="l">
              <a:defRPr sz="1275" b="0">
                <a:solidFill>
                  <a:srgbClr val="D9E6F2"/>
                </a:solidFill>
              </a:defRPr>
            </a:lvl8pPr>
            <a:lvl9pPr algn="l">
              <a:defRPr sz="1275" b="0">
                <a:solidFill>
                  <a:srgbClr val="D9E6F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9E6F2"/>
                </a:solidFill>
              </a:defRPr>
            </a:pPr>
            <a:r>
              <a:rPr sz="1275" b="0">
                <a:solidFill>
                  <a:srgbClr val="D9E6F2"/>
                </a:solidFill>
              </a:rPr>
              <a:t>xUnit output + mocks +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71BCF-E199-4067-8B90-D89D3F6C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769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CF6E9-E628-470C-8E41-2CAC8277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8FDCE3"/>
                </a:solidFill>
              </a:defRPr>
            </a:defPPr>
            <a:lvl1pPr algn="l">
              <a:defRPr sz="1200" b="1">
                <a:solidFill>
                  <a:srgbClr val="8FDCE3"/>
                </a:solidFill>
              </a:defRPr>
            </a:lvl1pPr>
            <a:lvl2pPr algn="l">
              <a:defRPr sz="1200" b="1">
                <a:solidFill>
                  <a:srgbClr val="8FDCE3"/>
                </a:solidFill>
              </a:defRPr>
            </a:lvl2pPr>
            <a:lvl3pPr algn="l">
              <a:defRPr sz="1200" b="1">
                <a:solidFill>
                  <a:srgbClr val="8FDCE3"/>
                </a:solidFill>
              </a:defRPr>
            </a:lvl3pPr>
            <a:lvl4pPr algn="l">
              <a:defRPr sz="1200" b="1">
                <a:solidFill>
                  <a:srgbClr val="8FDCE3"/>
                </a:solidFill>
              </a:defRPr>
            </a:lvl4pPr>
            <a:lvl5pPr algn="l">
              <a:defRPr sz="1200" b="1">
                <a:solidFill>
                  <a:srgbClr val="8FDCE3"/>
                </a:solidFill>
              </a:defRPr>
            </a:lvl5pPr>
            <a:lvl6pPr algn="l">
              <a:defRPr sz="1200" b="1">
                <a:solidFill>
                  <a:srgbClr val="8FDCE3"/>
                </a:solidFill>
              </a:defRPr>
            </a:lvl6pPr>
            <a:lvl7pPr algn="l">
              <a:defRPr sz="1200" b="1">
                <a:solidFill>
                  <a:srgbClr val="8FDCE3"/>
                </a:solidFill>
              </a:defRPr>
            </a:lvl7pPr>
            <a:lvl8pPr algn="l">
              <a:defRPr sz="1200" b="1">
                <a:solidFill>
                  <a:srgbClr val="8FDCE3"/>
                </a:solidFill>
              </a:defRPr>
            </a:lvl8pPr>
            <a:lvl9pPr algn="l">
              <a:defRPr sz="1200" b="1">
                <a:solidFill>
                  <a:srgbClr val="8FDCE3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8FDCE3"/>
                </a:solidFill>
              </a:defRPr>
            </a:pPr>
            <a:r>
              <a:rPr sz="1200" b="1">
                <a:solidFill>
                  <a:srgbClr val="8FDCE3"/>
                </a:solidFill>
              </a:rPr>
              <a:t>2–4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F2346-5850-4ED8-972F-D79994F6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9552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Member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21D56-6FF3-4D64-B7C5-0829048F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95525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9E6F2"/>
                </a:solidFill>
              </a:defRPr>
            </a:defPPr>
            <a:lvl1pPr algn="l">
              <a:defRPr sz="1275" b="0">
                <a:solidFill>
                  <a:srgbClr val="D9E6F2"/>
                </a:solidFill>
              </a:defRPr>
            </a:lvl1pPr>
            <a:lvl2pPr algn="l">
              <a:defRPr sz="1275" b="0">
                <a:solidFill>
                  <a:srgbClr val="D9E6F2"/>
                </a:solidFill>
              </a:defRPr>
            </a:lvl2pPr>
            <a:lvl3pPr algn="l">
              <a:defRPr sz="1275" b="0">
                <a:solidFill>
                  <a:srgbClr val="D9E6F2"/>
                </a:solidFill>
              </a:defRPr>
            </a:lvl3pPr>
            <a:lvl4pPr algn="l">
              <a:defRPr sz="1275" b="0">
                <a:solidFill>
                  <a:srgbClr val="D9E6F2"/>
                </a:solidFill>
              </a:defRPr>
            </a:lvl4pPr>
            <a:lvl5pPr algn="l">
              <a:defRPr sz="1275" b="0">
                <a:solidFill>
                  <a:srgbClr val="D9E6F2"/>
                </a:solidFill>
              </a:defRPr>
            </a:lvl5pPr>
            <a:lvl6pPr algn="l">
              <a:defRPr sz="1275" b="0">
                <a:solidFill>
                  <a:srgbClr val="D9E6F2"/>
                </a:solidFill>
              </a:defRPr>
            </a:lvl6pPr>
            <a:lvl7pPr algn="l">
              <a:defRPr sz="1275" b="0">
                <a:solidFill>
                  <a:srgbClr val="D9E6F2"/>
                </a:solidFill>
              </a:defRPr>
            </a:lvl7pPr>
            <a:lvl8pPr algn="l">
              <a:defRPr sz="1275" b="0">
                <a:solidFill>
                  <a:srgbClr val="D9E6F2"/>
                </a:solidFill>
              </a:defRPr>
            </a:lvl8pPr>
            <a:lvl9pPr algn="l">
              <a:defRPr sz="1275" b="0">
                <a:solidFill>
                  <a:srgbClr val="D9E6F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9E6F2"/>
                </a:solidFill>
              </a:defRPr>
            </a:pPr>
            <a:r>
              <a:rPr sz="1275" b="0">
                <a:solidFill>
                  <a:srgbClr val="D9E6F2"/>
                </a:solidFill>
              </a:rPr>
              <a:t>Mutation score + killed/survived mutants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D0472-0B0F-46D2-8CF6-BFEF8BC9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769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BABF9-E38E-4A7A-9C45-200CEA1D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8FDCE3"/>
                </a:solidFill>
              </a:defRPr>
            </a:defPPr>
            <a:lvl1pPr algn="l">
              <a:defRPr sz="1200" b="1">
                <a:solidFill>
                  <a:srgbClr val="8FDCE3"/>
                </a:solidFill>
              </a:defRPr>
            </a:lvl1pPr>
            <a:lvl2pPr algn="l">
              <a:defRPr sz="1200" b="1">
                <a:solidFill>
                  <a:srgbClr val="8FDCE3"/>
                </a:solidFill>
              </a:defRPr>
            </a:lvl2pPr>
            <a:lvl3pPr algn="l">
              <a:defRPr sz="1200" b="1">
                <a:solidFill>
                  <a:srgbClr val="8FDCE3"/>
                </a:solidFill>
              </a:defRPr>
            </a:lvl3pPr>
            <a:lvl4pPr algn="l">
              <a:defRPr sz="1200" b="1">
                <a:solidFill>
                  <a:srgbClr val="8FDCE3"/>
                </a:solidFill>
              </a:defRPr>
            </a:lvl4pPr>
            <a:lvl5pPr algn="l">
              <a:defRPr sz="1200" b="1">
                <a:solidFill>
                  <a:srgbClr val="8FDCE3"/>
                </a:solidFill>
              </a:defRPr>
            </a:lvl5pPr>
            <a:lvl6pPr algn="l">
              <a:defRPr sz="1200" b="1">
                <a:solidFill>
                  <a:srgbClr val="8FDCE3"/>
                </a:solidFill>
              </a:defRPr>
            </a:lvl6pPr>
            <a:lvl7pPr algn="l">
              <a:defRPr sz="1200" b="1">
                <a:solidFill>
                  <a:srgbClr val="8FDCE3"/>
                </a:solidFill>
              </a:defRPr>
            </a:lvl7pPr>
            <a:lvl8pPr algn="l">
              <a:defRPr sz="1200" b="1">
                <a:solidFill>
                  <a:srgbClr val="8FDCE3"/>
                </a:solidFill>
              </a:defRPr>
            </a:lvl8pPr>
            <a:lvl9pPr algn="l">
              <a:defRPr sz="1200" b="1">
                <a:solidFill>
                  <a:srgbClr val="8FDCE3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8FDCE3"/>
                </a:solidFill>
              </a:defRPr>
            </a:pPr>
            <a:r>
              <a:rPr sz="1200" b="1">
                <a:solidFill>
                  <a:srgbClr val="8FDCE3"/>
                </a:solidFill>
              </a:rPr>
              <a:t>4–6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DE7E2-607D-4683-86E8-A2166176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3370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Member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5FD92-3F5B-4A65-A1D8-6BC060EE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3370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9E6F2"/>
                </a:solidFill>
              </a:defRPr>
            </a:defPPr>
            <a:lvl1pPr algn="l">
              <a:defRPr sz="1275" b="0">
                <a:solidFill>
                  <a:srgbClr val="D9E6F2"/>
                </a:solidFill>
              </a:defRPr>
            </a:lvl1pPr>
            <a:lvl2pPr algn="l">
              <a:defRPr sz="1275" b="0">
                <a:solidFill>
                  <a:srgbClr val="D9E6F2"/>
                </a:solidFill>
              </a:defRPr>
            </a:lvl2pPr>
            <a:lvl3pPr algn="l">
              <a:defRPr sz="1275" b="0">
                <a:solidFill>
                  <a:srgbClr val="D9E6F2"/>
                </a:solidFill>
              </a:defRPr>
            </a:lvl3pPr>
            <a:lvl4pPr algn="l">
              <a:defRPr sz="1275" b="0">
                <a:solidFill>
                  <a:srgbClr val="D9E6F2"/>
                </a:solidFill>
              </a:defRPr>
            </a:lvl4pPr>
            <a:lvl5pPr algn="l">
              <a:defRPr sz="1275" b="0">
                <a:solidFill>
                  <a:srgbClr val="D9E6F2"/>
                </a:solidFill>
              </a:defRPr>
            </a:lvl5pPr>
            <a:lvl6pPr algn="l">
              <a:defRPr sz="1275" b="0">
                <a:solidFill>
                  <a:srgbClr val="D9E6F2"/>
                </a:solidFill>
              </a:defRPr>
            </a:lvl6pPr>
            <a:lvl7pPr algn="l">
              <a:defRPr sz="1275" b="0">
                <a:solidFill>
                  <a:srgbClr val="D9E6F2"/>
                </a:solidFill>
              </a:defRPr>
            </a:lvl7pPr>
            <a:lvl8pPr algn="l">
              <a:defRPr sz="1275" b="0">
                <a:solidFill>
                  <a:srgbClr val="D9E6F2"/>
                </a:solidFill>
              </a:defRPr>
            </a:lvl8pPr>
            <a:lvl9pPr algn="l">
              <a:defRPr sz="1275" b="0">
                <a:solidFill>
                  <a:srgbClr val="D9E6F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9E6F2"/>
                </a:solidFill>
              </a:defRPr>
            </a:pPr>
            <a:r>
              <a:rPr sz="1275" b="0">
                <a:solidFill>
                  <a:srgbClr val="D9E6F2"/>
                </a:solidFill>
              </a:rPr>
              <a:t>7 targeted Playwright cases + HTML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9A9FC-5E7A-41C2-867B-1A5828DD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9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D9394-EF74-4C91-BE80-F85C4A2A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8FDCE3"/>
                </a:solidFill>
              </a:defRPr>
            </a:defPPr>
            <a:lvl1pPr algn="l">
              <a:defRPr sz="1200" b="1">
                <a:solidFill>
                  <a:srgbClr val="8FDCE3"/>
                </a:solidFill>
              </a:defRPr>
            </a:lvl1pPr>
            <a:lvl2pPr algn="l">
              <a:defRPr sz="1200" b="1">
                <a:solidFill>
                  <a:srgbClr val="8FDCE3"/>
                </a:solidFill>
              </a:defRPr>
            </a:lvl2pPr>
            <a:lvl3pPr algn="l">
              <a:defRPr sz="1200" b="1">
                <a:solidFill>
                  <a:srgbClr val="8FDCE3"/>
                </a:solidFill>
              </a:defRPr>
            </a:lvl3pPr>
            <a:lvl4pPr algn="l">
              <a:defRPr sz="1200" b="1">
                <a:solidFill>
                  <a:srgbClr val="8FDCE3"/>
                </a:solidFill>
              </a:defRPr>
            </a:lvl4pPr>
            <a:lvl5pPr algn="l">
              <a:defRPr sz="1200" b="1">
                <a:solidFill>
                  <a:srgbClr val="8FDCE3"/>
                </a:solidFill>
              </a:defRPr>
            </a:lvl5pPr>
            <a:lvl6pPr algn="l">
              <a:defRPr sz="1200" b="1">
                <a:solidFill>
                  <a:srgbClr val="8FDCE3"/>
                </a:solidFill>
              </a:defRPr>
            </a:lvl6pPr>
            <a:lvl7pPr algn="l">
              <a:defRPr sz="1200" b="1">
                <a:solidFill>
                  <a:srgbClr val="8FDCE3"/>
                </a:solidFill>
              </a:defRPr>
            </a:lvl7pPr>
            <a:lvl8pPr algn="l">
              <a:defRPr sz="1200" b="1">
                <a:solidFill>
                  <a:srgbClr val="8FDCE3"/>
                </a:solidFill>
              </a:defRPr>
            </a:lvl8pPr>
            <a:lvl9pPr algn="l">
              <a:defRPr sz="1200" b="1">
                <a:solidFill>
                  <a:srgbClr val="8FDCE3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8FDCE3"/>
                </a:solidFill>
              </a:defRPr>
            </a:pPr>
            <a:r>
              <a:rPr sz="1200" b="1">
                <a:solidFill>
                  <a:srgbClr val="8FDCE3"/>
                </a:solidFill>
              </a:rPr>
              <a:t>6–8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46E30-0FAE-4653-941E-43F94F01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7187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Member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6F626-6606-442D-BE81-AFF415CA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71875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9E6F2"/>
                </a:solidFill>
              </a:defRPr>
            </a:defPPr>
            <a:lvl1pPr algn="l">
              <a:defRPr sz="1275" b="0">
                <a:solidFill>
                  <a:srgbClr val="D9E6F2"/>
                </a:solidFill>
              </a:defRPr>
            </a:lvl1pPr>
            <a:lvl2pPr algn="l">
              <a:defRPr sz="1275" b="0">
                <a:solidFill>
                  <a:srgbClr val="D9E6F2"/>
                </a:solidFill>
              </a:defRPr>
            </a:lvl2pPr>
            <a:lvl3pPr algn="l">
              <a:defRPr sz="1275" b="0">
                <a:solidFill>
                  <a:srgbClr val="D9E6F2"/>
                </a:solidFill>
              </a:defRPr>
            </a:lvl3pPr>
            <a:lvl4pPr algn="l">
              <a:defRPr sz="1275" b="0">
                <a:solidFill>
                  <a:srgbClr val="D9E6F2"/>
                </a:solidFill>
              </a:defRPr>
            </a:lvl4pPr>
            <a:lvl5pPr algn="l">
              <a:defRPr sz="1275" b="0">
                <a:solidFill>
                  <a:srgbClr val="D9E6F2"/>
                </a:solidFill>
              </a:defRPr>
            </a:lvl5pPr>
            <a:lvl6pPr algn="l">
              <a:defRPr sz="1275" b="0">
                <a:solidFill>
                  <a:srgbClr val="D9E6F2"/>
                </a:solidFill>
              </a:defRPr>
            </a:lvl6pPr>
            <a:lvl7pPr algn="l">
              <a:defRPr sz="1275" b="0">
                <a:solidFill>
                  <a:srgbClr val="D9E6F2"/>
                </a:solidFill>
              </a:defRPr>
            </a:lvl7pPr>
            <a:lvl8pPr algn="l">
              <a:defRPr sz="1275" b="0">
                <a:solidFill>
                  <a:srgbClr val="D9E6F2"/>
                </a:solidFill>
              </a:defRPr>
            </a:lvl8pPr>
            <a:lvl9pPr algn="l">
              <a:defRPr sz="1275" b="0">
                <a:solidFill>
                  <a:srgbClr val="D9E6F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9E6F2"/>
                </a:solidFill>
              </a:defRPr>
            </a:pPr>
            <a:r>
              <a:rPr sz="1275" b="0">
                <a:solidFill>
                  <a:srgbClr val="D9E6F2"/>
                </a:solidFill>
              </a:rPr>
              <a:t>Analyzer findings + coverage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E2EC5-A359-443E-B9BA-FDE32333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769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8CD18-309F-40F0-8DC4-6D3424E5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8FDCE3"/>
                </a:solidFill>
              </a:defRPr>
            </a:defPPr>
            <a:lvl1pPr algn="l">
              <a:defRPr sz="1200" b="1">
                <a:solidFill>
                  <a:srgbClr val="8FDCE3"/>
                </a:solidFill>
              </a:defRPr>
            </a:lvl1pPr>
            <a:lvl2pPr algn="l">
              <a:defRPr sz="1200" b="1">
                <a:solidFill>
                  <a:srgbClr val="8FDCE3"/>
                </a:solidFill>
              </a:defRPr>
            </a:lvl2pPr>
            <a:lvl3pPr algn="l">
              <a:defRPr sz="1200" b="1">
                <a:solidFill>
                  <a:srgbClr val="8FDCE3"/>
                </a:solidFill>
              </a:defRPr>
            </a:lvl3pPr>
            <a:lvl4pPr algn="l">
              <a:defRPr sz="1200" b="1">
                <a:solidFill>
                  <a:srgbClr val="8FDCE3"/>
                </a:solidFill>
              </a:defRPr>
            </a:lvl4pPr>
            <a:lvl5pPr algn="l">
              <a:defRPr sz="1200" b="1">
                <a:solidFill>
                  <a:srgbClr val="8FDCE3"/>
                </a:solidFill>
              </a:defRPr>
            </a:lvl5pPr>
            <a:lvl6pPr algn="l">
              <a:defRPr sz="1200" b="1">
                <a:solidFill>
                  <a:srgbClr val="8FDCE3"/>
                </a:solidFill>
              </a:defRPr>
            </a:lvl6pPr>
            <a:lvl7pPr algn="l">
              <a:defRPr sz="1200" b="1">
                <a:solidFill>
                  <a:srgbClr val="8FDCE3"/>
                </a:solidFill>
              </a:defRPr>
            </a:lvl7pPr>
            <a:lvl8pPr algn="l">
              <a:defRPr sz="1200" b="1">
                <a:solidFill>
                  <a:srgbClr val="8FDCE3"/>
                </a:solidFill>
              </a:defRPr>
            </a:lvl8pPr>
            <a:lvl9pPr algn="l">
              <a:defRPr sz="1200" b="1">
                <a:solidFill>
                  <a:srgbClr val="8FDCE3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8FDCE3"/>
                </a:solidFill>
              </a:defRPr>
            </a:pPr>
            <a:r>
              <a:rPr sz="1200" b="1">
                <a:solidFill>
                  <a:srgbClr val="8FDCE3"/>
                </a:solidFill>
              </a:rPr>
              <a:t>8–12 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39219-6591-46CE-98CB-ECD3C63D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100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Group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476A09-FA80-435A-A686-C0D3D904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1005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9E6F2"/>
                </a:solidFill>
              </a:defRPr>
            </a:defPPr>
            <a:lvl1pPr algn="l">
              <a:defRPr sz="1275" b="0">
                <a:solidFill>
                  <a:srgbClr val="D9E6F2"/>
                </a:solidFill>
              </a:defRPr>
            </a:lvl1pPr>
            <a:lvl2pPr algn="l">
              <a:defRPr sz="1275" b="0">
                <a:solidFill>
                  <a:srgbClr val="D9E6F2"/>
                </a:solidFill>
              </a:defRPr>
            </a:lvl2pPr>
            <a:lvl3pPr algn="l">
              <a:defRPr sz="1275" b="0">
                <a:solidFill>
                  <a:srgbClr val="D9E6F2"/>
                </a:solidFill>
              </a:defRPr>
            </a:lvl3pPr>
            <a:lvl4pPr algn="l">
              <a:defRPr sz="1275" b="0">
                <a:solidFill>
                  <a:srgbClr val="D9E6F2"/>
                </a:solidFill>
              </a:defRPr>
            </a:lvl4pPr>
            <a:lvl5pPr algn="l">
              <a:defRPr sz="1275" b="0">
                <a:solidFill>
                  <a:srgbClr val="D9E6F2"/>
                </a:solidFill>
              </a:defRPr>
            </a:lvl5pPr>
            <a:lvl6pPr algn="l">
              <a:defRPr sz="1275" b="0">
                <a:solidFill>
                  <a:srgbClr val="D9E6F2"/>
                </a:solidFill>
              </a:defRPr>
            </a:lvl6pPr>
            <a:lvl7pPr algn="l">
              <a:defRPr sz="1275" b="0">
                <a:solidFill>
                  <a:srgbClr val="D9E6F2"/>
                </a:solidFill>
              </a:defRPr>
            </a:lvl7pPr>
            <a:lvl8pPr algn="l">
              <a:defRPr sz="1275" b="0">
                <a:solidFill>
                  <a:srgbClr val="D9E6F2"/>
                </a:solidFill>
              </a:defRPr>
            </a:lvl8pPr>
            <a:lvl9pPr algn="l">
              <a:defRPr sz="1275" b="0">
                <a:solidFill>
                  <a:srgbClr val="D9E6F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9E6F2"/>
                </a:solidFill>
              </a:defRPr>
            </a:pPr>
            <a:r>
              <a:rPr sz="1275" b="0">
                <a:solidFill>
                  <a:srgbClr val="D9E6F2"/>
                </a:solidFill>
              </a:rPr>
              <a:t>Unified run, artifacts, architecture and limitations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D037D6-BB04-477D-94CB-EB4547C8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769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EFEBF1-FC29-4022-96A6-6212755B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2781300" cy="33909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9525">
            <a:solidFill>
              <a:srgbClr val="35506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9855FD-9AA5-40D7-B8DD-54D35B51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52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Evidence to retain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53ED53-CDBB-4A23-AEAF-93AF8981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47900"/>
            <a:ext cx="22098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9E6F2"/>
                </a:solidFill>
              </a:defRPr>
            </a:defPPr>
            <a:lvl1pPr algn="l">
              <a:defRPr sz="1275" b="0">
                <a:solidFill>
                  <a:srgbClr val="D9E6F2"/>
                </a:solidFill>
              </a:defRPr>
            </a:lvl1pPr>
            <a:lvl2pPr algn="l">
              <a:defRPr sz="1275" b="0">
                <a:solidFill>
                  <a:srgbClr val="D9E6F2"/>
                </a:solidFill>
              </a:defRPr>
            </a:lvl2pPr>
            <a:lvl3pPr algn="l">
              <a:defRPr sz="1275" b="0">
                <a:solidFill>
                  <a:srgbClr val="D9E6F2"/>
                </a:solidFill>
              </a:defRPr>
            </a:lvl3pPr>
            <a:lvl4pPr algn="l">
              <a:defRPr sz="1275" b="0">
                <a:solidFill>
                  <a:srgbClr val="D9E6F2"/>
                </a:solidFill>
              </a:defRPr>
            </a:lvl4pPr>
            <a:lvl5pPr algn="l">
              <a:defRPr sz="1275" b="0">
                <a:solidFill>
                  <a:srgbClr val="D9E6F2"/>
                </a:solidFill>
              </a:defRPr>
            </a:lvl5pPr>
            <a:lvl6pPr algn="l">
              <a:defRPr sz="1275" b="0">
                <a:solidFill>
                  <a:srgbClr val="D9E6F2"/>
                </a:solidFill>
              </a:defRPr>
            </a:lvl6pPr>
            <a:lvl7pPr algn="l">
              <a:defRPr sz="1275" b="0">
                <a:solidFill>
                  <a:srgbClr val="D9E6F2"/>
                </a:solidFill>
              </a:defRPr>
            </a:lvl7pPr>
            <a:lvl8pPr algn="l">
              <a:defRPr sz="1275" b="0">
                <a:solidFill>
                  <a:srgbClr val="D9E6F2"/>
                </a:solidFill>
              </a:defRPr>
            </a:lvl8pPr>
            <a:lvl9pPr algn="l">
              <a:defRPr sz="1275" b="0">
                <a:solidFill>
                  <a:srgbClr val="D9E6F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9E6F2"/>
                </a:solidFill>
              </a:defRPr>
            </a:pPr>
            <a:r>
              <a:rPr sz="1275" b="0">
                <a:solidFill>
                  <a:srgbClr val="D9E6F2"/>
                </a:solidFill>
              </a:rPr>
              <a:t>TRX + coverage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9E6F2"/>
                </a:solidFill>
              </a:defRPr>
            </a:pPr>
            <a:r>
              <a:rPr sz="1275" b="0">
                <a:solidFill>
                  <a:srgbClr val="D9E6F2"/>
                </a:solidFill>
              </a:rPr>
              <a:t>Mutation HTML / 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9E6F2"/>
                </a:solidFill>
              </a:defRPr>
            </a:pPr>
            <a:r>
              <a:rPr sz="1275" b="0">
                <a:solidFill>
                  <a:srgbClr val="D9E6F2"/>
                </a:solidFill>
              </a:rPr>
              <a:t>Playwright HTML + traces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9E6F2"/>
                </a:solidFill>
              </a:defRPr>
            </a:pPr>
            <a:r>
              <a:rPr sz="1275" b="0">
                <a:solidFill>
                  <a:srgbClr val="D9E6F2"/>
                </a:solidFill>
              </a:rPr>
              <a:t>Quality dashboard + SARIF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9E6F2"/>
                </a:solidFill>
              </a:defRPr>
            </a:pPr>
            <a:r>
              <a:rPr sz="1275" b="0">
                <a:solidFill>
                  <a:srgbClr val="D9E6F2"/>
                </a:solidFill>
              </a:rPr>
              <a:t>k6 summary JSON / Markdown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2BB740-FD93-41B2-A229-B02A47D6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62550"/>
            <a:ext cx="27813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4A6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A5257C-3A76-481E-8488-EF8BBE3B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1970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Azure SQL paused?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Use deterministic CI. Add deployed smoke evidence later.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3777B3-4846-4DB4-BCBC-AAFFF24C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9FB3C8"/>
                </a:solidFill>
              </a:defRPr>
            </a:defPPr>
            <a:lvl1pPr algn="l">
              <a:defRPr sz="975" b="0">
                <a:solidFill>
                  <a:srgbClr val="9FB3C8"/>
                </a:solidFill>
              </a:defRPr>
            </a:lvl1pPr>
            <a:lvl2pPr algn="l">
              <a:defRPr sz="975" b="0">
                <a:solidFill>
                  <a:srgbClr val="9FB3C8"/>
                </a:solidFill>
              </a:defRPr>
            </a:lvl2pPr>
            <a:lvl3pPr algn="l">
              <a:defRPr sz="975" b="0">
                <a:solidFill>
                  <a:srgbClr val="9FB3C8"/>
                </a:solidFill>
              </a:defRPr>
            </a:lvl3pPr>
            <a:lvl4pPr algn="l">
              <a:defRPr sz="975" b="0">
                <a:solidFill>
                  <a:srgbClr val="9FB3C8"/>
                </a:solidFill>
              </a:defRPr>
            </a:lvl4pPr>
            <a:lvl5pPr algn="l">
              <a:defRPr sz="975" b="0">
                <a:solidFill>
                  <a:srgbClr val="9FB3C8"/>
                </a:solidFill>
              </a:defRPr>
            </a:lvl5pPr>
            <a:lvl6pPr algn="l">
              <a:defRPr sz="975" b="0">
                <a:solidFill>
                  <a:srgbClr val="9FB3C8"/>
                </a:solidFill>
              </a:defRPr>
            </a:lvl6pPr>
            <a:lvl7pPr algn="l">
              <a:defRPr sz="975" b="0">
                <a:solidFill>
                  <a:srgbClr val="9FB3C8"/>
                </a:solidFill>
              </a:defRPr>
            </a:lvl7pPr>
            <a:lvl8pPr algn="l">
              <a:defRPr sz="975" b="0">
                <a:solidFill>
                  <a:srgbClr val="9FB3C8"/>
                </a:solidFill>
              </a:defRPr>
            </a:lvl8pPr>
            <a:lvl9pPr algn="l">
              <a:defRPr sz="975" b="0">
                <a:solidFill>
                  <a:srgbClr val="9FB3C8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9FB3C8"/>
                </a:solidFill>
              </a:defRPr>
            </a:pPr>
            <a:r>
              <a:rPr sz="975" b="0">
                <a:solidFill>
                  <a:srgbClr val="9FB3C8"/>
                </a:solidFill>
              </a:rPr>
              <a:t>Catalogue/Inventory vertical slice  |  shared terminology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9D701F-E6E7-4984-B94A-0DA1CED9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38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9FB3C8"/>
                </a:solidFill>
              </a:defRPr>
            </a:defPPr>
            <a:lvl1pPr algn="r">
              <a:defRPr sz="975" b="1">
                <a:solidFill>
                  <a:srgbClr val="9FB3C8"/>
                </a:solidFill>
              </a:defRPr>
            </a:lvl1pPr>
            <a:lvl2pPr algn="r">
              <a:defRPr sz="975" b="1">
                <a:solidFill>
                  <a:srgbClr val="9FB3C8"/>
                </a:solidFill>
              </a:defRPr>
            </a:lvl2pPr>
            <a:lvl3pPr algn="r">
              <a:defRPr sz="975" b="1">
                <a:solidFill>
                  <a:srgbClr val="9FB3C8"/>
                </a:solidFill>
              </a:defRPr>
            </a:lvl3pPr>
            <a:lvl4pPr algn="r">
              <a:defRPr sz="975" b="1">
                <a:solidFill>
                  <a:srgbClr val="9FB3C8"/>
                </a:solidFill>
              </a:defRPr>
            </a:lvl4pPr>
            <a:lvl5pPr algn="r">
              <a:defRPr sz="975" b="1">
                <a:solidFill>
                  <a:srgbClr val="9FB3C8"/>
                </a:solidFill>
              </a:defRPr>
            </a:lvl5pPr>
            <a:lvl6pPr algn="r">
              <a:defRPr sz="975" b="1">
                <a:solidFill>
                  <a:srgbClr val="9FB3C8"/>
                </a:solidFill>
              </a:defRPr>
            </a:lvl6pPr>
            <a:lvl7pPr algn="r">
              <a:defRPr sz="975" b="1">
                <a:solidFill>
                  <a:srgbClr val="9FB3C8"/>
                </a:solidFill>
              </a:defRPr>
            </a:lvl7pPr>
            <a:lvl8pPr algn="r">
              <a:defRPr sz="975" b="1">
                <a:solidFill>
                  <a:srgbClr val="9FB3C8"/>
                </a:solidFill>
              </a:defRPr>
            </a:lvl8pPr>
            <a:lvl9pPr algn="r">
              <a:defRPr sz="975" b="1">
                <a:solidFill>
                  <a:srgbClr val="9FB3C8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9FB3C8"/>
                </a:solidFill>
              </a:defRPr>
            </a:pPr>
            <a:r>
              <a:rPr sz="975" b="1">
                <a:solidFill>
                  <a:srgbClr val="9FB3C8"/>
                </a:solidFill>
              </a:rPr>
              <a:t>SE3112</a:t>
            </a:r>
          </a:p>
        </p:txBody>
      </p:sp>
    </p:spTree>
    <p:extLst>
      <p:ext uri="{BB962C8B-B14F-4D97-AF65-F5344CB8AC3E}">
        <p14:creationId xmlns:p14="http://schemas.microsoft.com/office/powerpoint/2010/main" val="977265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2026-10-24T15:21:59.2210000Z</dcterms:created>
  <dcterms:modified xsi:type="dcterms:W3CDTF">2026-10-24T15:21:59.2220000Z</dcterms:modified>
</coreProperties>
</file>